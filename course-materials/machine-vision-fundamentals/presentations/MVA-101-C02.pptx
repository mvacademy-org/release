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692" r:id="rId2"/>
    <p:sldMasterId id="2147483684" r:id="rId3"/>
  </p:sldMasterIdLst>
  <p:notesMasterIdLst>
    <p:notesMasterId r:id="rId12"/>
  </p:notesMasterIdLst>
  <p:sldIdLst>
    <p:sldId id="260" r:id="rId4"/>
    <p:sldId id="261" r:id="rId5"/>
    <p:sldId id="262" r:id="rId6"/>
    <p:sldId id="263" r:id="rId7"/>
    <p:sldId id="264" r:id="rId8"/>
    <p:sldId id="266" r:id="rId9"/>
    <p:sldId id="267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95D9"/>
    <a:srgbClr val="0C4C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A7B0B5-74AB-4814-BB75-FA5BF40E80BB}" v="120" dt="2026-09-03T11:55:12.1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695" autoAdjust="0"/>
    <p:restoredTop sz="78943" autoAdjust="0"/>
  </p:normalViewPr>
  <p:slideViewPr>
    <p:cSldViewPr snapToGrid="0">
      <p:cViewPr>
        <p:scale>
          <a:sx n="125" d="100"/>
          <a:sy n="125" d="100"/>
        </p:scale>
        <p:origin x="558" y="4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non, Julio" userId="3c36d808-1a9c-406c-9ed3-731aad3c2883" providerId="ADAL" clId="{FF39501A-A1D1-496D-B883-B14AFD3FDAFE}"/>
    <pc:docChg chg="undo custSel addSld delSld modSld sldOrd addMainMaster delMainMaster modMainMaster addSection delSection modSection">
      <pc:chgData name="Zanon, Julio" userId="3c36d808-1a9c-406c-9ed3-731aad3c2883" providerId="ADAL" clId="{FF39501A-A1D1-496D-B883-B14AFD3FDAFE}" dt="2026-09-03T11:55:12.181" v="3177"/>
      <pc:docMkLst>
        <pc:docMk/>
      </pc:docMkLst>
      <pc:sldChg chg="modSp del mod">
        <pc:chgData name="Zanon, Julio" userId="3c36d808-1a9c-406c-9ed3-731aad3c2883" providerId="ADAL" clId="{FF39501A-A1D1-496D-B883-B14AFD3FDAFE}" dt="2026-09-03T07:15:46.752" v="393" actId="47"/>
        <pc:sldMkLst>
          <pc:docMk/>
          <pc:sldMk cId="3293218261" sldId="257"/>
        </pc:sldMkLst>
        <pc:spChg chg="mod">
          <ac:chgData name="Zanon, Julio" userId="3c36d808-1a9c-406c-9ed3-731aad3c2883" providerId="ADAL" clId="{FF39501A-A1D1-496D-B883-B14AFD3FDAFE}" dt="2026-09-03T07:15:38.074" v="392" actId="1076"/>
          <ac:spMkLst>
            <pc:docMk/>
            <pc:sldMk cId="3293218261" sldId="257"/>
            <ac:spMk id="5" creationId="{BD22AFB2-611F-3120-B821-3F03F5A44E7A}"/>
          </ac:spMkLst>
        </pc:spChg>
        <pc:spChg chg="mod">
          <ac:chgData name="Zanon, Julio" userId="3c36d808-1a9c-406c-9ed3-731aad3c2883" providerId="ADAL" clId="{FF39501A-A1D1-496D-B883-B14AFD3FDAFE}" dt="2026-09-02T17:08:13.686" v="1" actId="20577"/>
          <ac:spMkLst>
            <pc:docMk/>
            <pc:sldMk cId="3293218261" sldId="257"/>
            <ac:spMk id="6" creationId="{D5EFCE62-BB18-E34A-412B-5CE659880386}"/>
          </ac:spMkLst>
        </pc:spChg>
        <pc:spChg chg="mod">
          <ac:chgData name="Zanon, Julio" userId="3c36d808-1a9c-406c-9ed3-731aad3c2883" providerId="ADAL" clId="{FF39501A-A1D1-496D-B883-B14AFD3FDAFE}" dt="2026-09-03T07:15:34.075" v="391" actId="1076"/>
          <ac:spMkLst>
            <pc:docMk/>
            <pc:sldMk cId="3293218261" sldId="257"/>
            <ac:spMk id="7" creationId="{F761E65E-E787-B53C-3696-E8AE341AB4AF}"/>
          </ac:spMkLst>
        </pc:spChg>
      </pc:sldChg>
      <pc:sldChg chg="modSp del mod">
        <pc:chgData name="Zanon, Julio" userId="3c36d808-1a9c-406c-9ed3-731aad3c2883" providerId="ADAL" clId="{FF39501A-A1D1-496D-B883-B14AFD3FDAFE}" dt="2026-09-03T07:15:46.752" v="393" actId="47"/>
        <pc:sldMkLst>
          <pc:docMk/>
          <pc:sldMk cId="536736469" sldId="258"/>
        </pc:sldMkLst>
        <pc:spChg chg="mod">
          <ac:chgData name="Zanon, Julio" userId="3c36d808-1a9c-406c-9ed3-731aad3c2883" providerId="ADAL" clId="{FF39501A-A1D1-496D-B883-B14AFD3FDAFE}" dt="2026-09-02T17:08:31.391" v="18" actId="20577"/>
          <ac:spMkLst>
            <pc:docMk/>
            <pc:sldMk cId="536736469" sldId="258"/>
            <ac:spMk id="3" creationId="{29ABFBA7-7876-A4DE-8E9F-7776AF9C5A0F}"/>
          </ac:spMkLst>
        </pc:spChg>
      </pc:sldChg>
      <pc:sldChg chg="modSp del mod">
        <pc:chgData name="Zanon, Julio" userId="3c36d808-1a9c-406c-9ed3-731aad3c2883" providerId="ADAL" clId="{FF39501A-A1D1-496D-B883-B14AFD3FDAFE}" dt="2026-09-03T07:15:46.752" v="393" actId="47"/>
        <pc:sldMkLst>
          <pc:docMk/>
          <pc:sldMk cId="2981036415" sldId="259"/>
        </pc:sldMkLst>
        <pc:spChg chg="mod">
          <ac:chgData name="Zanon, Julio" userId="3c36d808-1a9c-406c-9ed3-731aad3c2883" providerId="ADAL" clId="{FF39501A-A1D1-496D-B883-B14AFD3FDAFE}" dt="2026-09-02T17:08:43.321" v="34" actId="20577"/>
          <ac:spMkLst>
            <pc:docMk/>
            <pc:sldMk cId="2981036415" sldId="259"/>
            <ac:spMk id="2" creationId="{C4301C03-A048-014A-38D7-1A9FD2F6A795}"/>
          </ac:spMkLst>
        </pc:spChg>
      </pc:sldChg>
      <pc:sldChg chg="new ord">
        <pc:chgData name="Zanon, Julio" userId="3c36d808-1a9c-406c-9ed3-731aad3c2883" providerId="ADAL" clId="{FF39501A-A1D1-496D-B883-B14AFD3FDAFE}" dt="2026-09-03T07:13:00.170" v="387"/>
        <pc:sldMkLst>
          <pc:docMk/>
          <pc:sldMk cId="4293772401" sldId="260"/>
        </pc:sldMkLst>
      </pc:sldChg>
      <pc:sldChg chg="new del">
        <pc:chgData name="Zanon, Julio" userId="3c36d808-1a9c-406c-9ed3-731aad3c2883" providerId="ADAL" clId="{FF39501A-A1D1-496D-B883-B14AFD3FDAFE}" dt="2026-09-03T07:23:08.151" v="447" actId="47"/>
        <pc:sldMkLst>
          <pc:docMk/>
          <pc:sldMk cId="656269418" sldId="261"/>
        </pc:sldMkLst>
      </pc:sldChg>
      <pc:sldChg chg="new del">
        <pc:chgData name="Zanon, Julio" userId="3c36d808-1a9c-406c-9ed3-731aad3c2883" providerId="ADAL" clId="{FF39501A-A1D1-496D-B883-B14AFD3FDAFE}" dt="2026-09-03T07:17:08.466" v="402" actId="47"/>
        <pc:sldMkLst>
          <pc:docMk/>
          <pc:sldMk cId="1851276568" sldId="261"/>
        </pc:sldMkLst>
      </pc:sldChg>
      <pc:sldChg chg="addSp delSp modSp new mod">
        <pc:chgData name="Zanon, Julio" userId="3c36d808-1a9c-406c-9ed3-731aad3c2883" providerId="ADAL" clId="{FF39501A-A1D1-496D-B883-B14AFD3FDAFE}" dt="2026-09-03T11:54:34.214" v="3172"/>
        <pc:sldMkLst>
          <pc:docMk/>
          <pc:sldMk cId="3798920758" sldId="261"/>
        </pc:sldMkLst>
        <pc:spChg chg="mod">
          <ac:chgData name="Zanon, Julio" userId="3c36d808-1a9c-406c-9ed3-731aad3c2883" providerId="ADAL" clId="{FF39501A-A1D1-496D-B883-B14AFD3FDAFE}" dt="2026-09-03T07:32:49.063" v="592" actId="20577"/>
          <ac:spMkLst>
            <pc:docMk/>
            <pc:sldMk cId="3798920758" sldId="261"/>
            <ac:spMk id="3" creationId="{656038FC-D143-B87F-2AAF-3E2C1DA3ABA0}"/>
          </ac:spMkLst>
        </pc:spChg>
        <pc:spChg chg="mod">
          <ac:chgData name="Zanon, Julio" userId="3c36d808-1a9c-406c-9ed3-731aad3c2883" providerId="ADAL" clId="{FF39501A-A1D1-496D-B883-B14AFD3FDAFE}" dt="2026-09-03T07:32:52.379" v="594" actId="20577"/>
          <ac:spMkLst>
            <pc:docMk/>
            <pc:sldMk cId="3798920758" sldId="261"/>
            <ac:spMk id="4" creationId="{2BA60B63-D1F0-F154-65B3-8ECAFE9D0528}"/>
          </ac:spMkLst>
        </pc:spChg>
        <pc:spChg chg="add del mod">
          <ac:chgData name="Zanon, Julio" userId="3c36d808-1a9c-406c-9ed3-731aad3c2883" providerId="ADAL" clId="{FF39501A-A1D1-496D-B883-B14AFD3FDAFE}" dt="2026-09-03T11:54:33.751" v="3171" actId="478"/>
          <ac:spMkLst>
            <pc:docMk/>
            <pc:sldMk cId="3798920758" sldId="261"/>
            <ac:spMk id="6" creationId="{67878B6E-AB35-940C-6EB0-528015C24B2E}"/>
          </ac:spMkLst>
        </pc:spChg>
        <pc:spChg chg="add mod">
          <ac:chgData name="Zanon, Julio" userId="3c36d808-1a9c-406c-9ed3-731aad3c2883" providerId="ADAL" clId="{FF39501A-A1D1-496D-B883-B14AFD3FDAFE}" dt="2026-09-03T11:54:34.214" v="3172"/>
          <ac:spMkLst>
            <pc:docMk/>
            <pc:sldMk cId="3798920758" sldId="261"/>
            <ac:spMk id="7" creationId="{EAC599E4-98D7-B6B7-8715-6376EBD8C7A6}"/>
          </ac:spMkLst>
        </pc:spChg>
      </pc:sldChg>
      <pc:sldChg chg="addSp delSp modSp new del mod">
        <pc:chgData name="Zanon, Julio" userId="3c36d808-1a9c-406c-9ed3-731aad3c2883" providerId="ADAL" clId="{FF39501A-A1D1-496D-B883-B14AFD3FDAFE}" dt="2026-09-03T07:35:27.554" v="614" actId="47"/>
        <pc:sldMkLst>
          <pc:docMk/>
          <pc:sldMk cId="612058337" sldId="262"/>
        </pc:sldMkLst>
        <pc:spChg chg="mod">
          <ac:chgData name="Zanon, Julio" userId="3c36d808-1a9c-406c-9ed3-731aad3c2883" providerId="ADAL" clId="{FF39501A-A1D1-496D-B883-B14AFD3FDAFE}" dt="2026-09-03T07:33:41.819" v="596"/>
          <ac:spMkLst>
            <pc:docMk/>
            <pc:sldMk cId="612058337" sldId="262"/>
            <ac:spMk id="21" creationId="{3A98CA0B-2FBC-75F1-E95F-F3CBFE69C0CE}"/>
          </ac:spMkLst>
        </pc:spChg>
        <pc:spChg chg="mod">
          <ac:chgData name="Zanon, Julio" userId="3c36d808-1a9c-406c-9ed3-731aad3c2883" providerId="ADAL" clId="{FF39501A-A1D1-496D-B883-B14AFD3FDAFE}" dt="2026-09-03T07:33:41.819" v="596"/>
          <ac:spMkLst>
            <pc:docMk/>
            <pc:sldMk cId="612058337" sldId="262"/>
            <ac:spMk id="23" creationId="{5B5FD8FD-657A-3026-F0EE-3D6034278CCE}"/>
          </ac:spMkLst>
        </pc:spChg>
        <pc:spChg chg="mod">
          <ac:chgData name="Zanon, Julio" userId="3c36d808-1a9c-406c-9ed3-731aad3c2883" providerId="ADAL" clId="{FF39501A-A1D1-496D-B883-B14AFD3FDAFE}" dt="2026-09-03T07:33:41.819" v="596"/>
          <ac:spMkLst>
            <pc:docMk/>
            <pc:sldMk cId="612058337" sldId="262"/>
            <ac:spMk id="24" creationId="{8A7AE628-4BB0-428B-E8C6-B1D7DA6EE042}"/>
          </ac:spMkLst>
        </pc:spChg>
        <pc:spChg chg="mod">
          <ac:chgData name="Zanon, Julio" userId="3c36d808-1a9c-406c-9ed3-731aad3c2883" providerId="ADAL" clId="{FF39501A-A1D1-496D-B883-B14AFD3FDAFE}" dt="2026-09-03T07:33:41.819" v="596"/>
          <ac:spMkLst>
            <pc:docMk/>
            <pc:sldMk cId="612058337" sldId="262"/>
            <ac:spMk id="25" creationId="{5DEC6732-94E2-E855-8160-37F517291EE4}"/>
          </ac:spMkLst>
        </pc:spChg>
        <pc:spChg chg="mod">
          <ac:chgData name="Zanon, Julio" userId="3c36d808-1a9c-406c-9ed3-731aad3c2883" providerId="ADAL" clId="{FF39501A-A1D1-496D-B883-B14AFD3FDAFE}" dt="2026-09-03T07:33:41.819" v="596"/>
          <ac:spMkLst>
            <pc:docMk/>
            <pc:sldMk cId="612058337" sldId="262"/>
            <ac:spMk id="26" creationId="{8237464A-DA1A-A11E-7A39-13343293F81A}"/>
          </ac:spMkLst>
        </pc:spChg>
        <pc:spChg chg="mod">
          <ac:chgData name="Zanon, Julio" userId="3c36d808-1a9c-406c-9ed3-731aad3c2883" providerId="ADAL" clId="{FF39501A-A1D1-496D-B883-B14AFD3FDAFE}" dt="2026-09-03T07:33:41.819" v="596"/>
          <ac:spMkLst>
            <pc:docMk/>
            <pc:sldMk cId="612058337" sldId="262"/>
            <ac:spMk id="28" creationId="{7C2C2E9B-6E38-18A9-27F7-3B719B4E0F6C}"/>
          </ac:spMkLst>
        </pc:spChg>
        <pc:spChg chg="mod">
          <ac:chgData name="Zanon, Julio" userId="3c36d808-1a9c-406c-9ed3-731aad3c2883" providerId="ADAL" clId="{FF39501A-A1D1-496D-B883-B14AFD3FDAFE}" dt="2026-09-03T07:33:41.819" v="596"/>
          <ac:spMkLst>
            <pc:docMk/>
            <pc:sldMk cId="612058337" sldId="262"/>
            <ac:spMk id="31" creationId="{CF0CF4C9-1F0E-8239-B652-843A7AE9C4FB}"/>
          </ac:spMkLst>
        </pc:spChg>
        <pc:spChg chg="mod">
          <ac:chgData name="Zanon, Julio" userId="3c36d808-1a9c-406c-9ed3-731aad3c2883" providerId="ADAL" clId="{FF39501A-A1D1-496D-B883-B14AFD3FDAFE}" dt="2026-09-03T07:33:41.819" v="596"/>
          <ac:spMkLst>
            <pc:docMk/>
            <pc:sldMk cId="612058337" sldId="262"/>
            <ac:spMk id="35" creationId="{9CF2CB55-3B4F-B847-9F0E-0FC5392B6C1A}"/>
          </ac:spMkLst>
        </pc:spChg>
        <pc:spChg chg="mod">
          <ac:chgData name="Zanon, Julio" userId="3c36d808-1a9c-406c-9ed3-731aad3c2883" providerId="ADAL" clId="{FF39501A-A1D1-496D-B883-B14AFD3FDAFE}" dt="2026-09-03T07:33:41.819" v="596"/>
          <ac:spMkLst>
            <pc:docMk/>
            <pc:sldMk cId="612058337" sldId="262"/>
            <ac:spMk id="36" creationId="{21169CE7-C244-9B67-1E36-3E52E04BF3AF}"/>
          </ac:spMkLst>
        </pc:spChg>
        <pc:spChg chg="mod">
          <ac:chgData name="Zanon, Julio" userId="3c36d808-1a9c-406c-9ed3-731aad3c2883" providerId="ADAL" clId="{FF39501A-A1D1-496D-B883-B14AFD3FDAFE}" dt="2026-09-03T07:33:41.819" v="596"/>
          <ac:spMkLst>
            <pc:docMk/>
            <pc:sldMk cId="612058337" sldId="262"/>
            <ac:spMk id="39" creationId="{C238CABD-BFEB-78FE-8B5B-8F39D77BA057}"/>
          </ac:spMkLst>
        </pc:spChg>
        <pc:spChg chg="mod">
          <ac:chgData name="Zanon, Julio" userId="3c36d808-1a9c-406c-9ed3-731aad3c2883" providerId="ADAL" clId="{FF39501A-A1D1-496D-B883-B14AFD3FDAFE}" dt="2026-09-03T07:34:38.078" v="604"/>
          <ac:spMkLst>
            <pc:docMk/>
            <pc:sldMk cId="612058337" sldId="262"/>
            <ac:spMk id="51" creationId="{06F05EE4-BB6C-8897-D35B-D5D66464D11B}"/>
          </ac:spMkLst>
        </pc:spChg>
        <pc:spChg chg="mod">
          <ac:chgData name="Zanon, Julio" userId="3c36d808-1a9c-406c-9ed3-731aad3c2883" providerId="ADAL" clId="{FF39501A-A1D1-496D-B883-B14AFD3FDAFE}" dt="2026-09-03T07:34:38.078" v="604"/>
          <ac:spMkLst>
            <pc:docMk/>
            <pc:sldMk cId="612058337" sldId="262"/>
            <ac:spMk id="58" creationId="{1BDDADF2-9524-2D33-0214-AB2F7C6D59F8}"/>
          </ac:spMkLst>
        </pc:spChg>
        <pc:spChg chg="mod">
          <ac:chgData name="Zanon, Julio" userId="3c36d808-1a9c-406c-9ed3-731aad3c2883" providerId="ADAL" clId="{FF39501A-A1D1-496D-B883-B14AFD3FDAFE}" dt="2026-09-03T07:34:38.078" v="604"/>
          <ac:spMkLst>
            <pc:docMk/>
            <pc:sldMk cId="612058337" sldId="262"/>
            <ac:spMk id="59" creationId="{F198DA56-0873-8A34-EF89-45802BEB0EE6}"/>
          </ac:spMkLst>
        </pc:spChg>
        <pc:spChg chg="mod">
          <ac:chgData name="Zanon, Julio" userId="3c36d808-1a9c-406c-9ed3-731aad3c2883" providerId="ADAL" clId="{FF39501A-A1D1-496D-B883-B14AFD3FDAFE}" dt="2026-09-03T07:34:38.078" v="604"/>
          <ac:spMkLst>
            <pc:docMk/>
            <pc:sldMk cId="612058337" sldId="262"/>
            <ac:spMk id="63" creationId="{DE138AEC-0424-A708-5245-B147E20A1379}"/>
          </ac:spMkLst>
        </pc:spChg>
        <pc:spChg chg="mod">
          <ac:chgData name="Zanon, Julio" userId="3c36d808-1a9c-406c-9ed3-731aad3c2883" providerId="ADAL" clId="{FF39501A-A1D1-496D-B883-B14AFD3FDAFE}" dt="2026-09-03T07:34:38.078" v="604"/>
          <ac:spMkLst>
            <pc:docMk/>
            <pc:sldMk cId="612058337" sldId="262"/>
            <ac:spMk id="64" creationId="{A7A766B1-32F6-58FA-F165-7F85E3A24B57}"/>
          </ac:spMkLst>
        </pc:spChg>
        <pc:spChg chg="mod">
          <ac:chgData name="Zanon, Julio" userId="3c36d808-1a9c-406c-9ed3-731aad3c2883" providerId="ADAL" clId="{FF39501A-A1D1-496D-B883-B14AFD3FDAFE}" dt="2026-09-03T07:34:38.078" v="604"/>
          <ac:spMkLst>
            <pc:docMk/>
            <pc:sldMk cId="612058337" sldId="262"/>
            <ac:spMk id="66" creationId="{0326F3E6-78C6-1350-69B0-FD1331EEE708}"/>
          </ac:spMkLst>
        </pc:spChg>
        <pc:spChg chg="mod">
          <ac:chgData name="Zanon, Julio" userId="3c36d808-1a9c-406c-9ed3-731aad3c2883" providerId="ADAL" clId="{FF39501A-A1D1-496D-B883-B14AFD3FDAFE}" dt="2026-09-03T07:34:38.078" v="604"/>
          <ac:spMkLst>
            <pc:docMk/>
            <pc:sldMk cId="612058337" sldId="262"/>
            <ac:spMk id="67" creationId="{9BBBBE6A-945D-CCD9-59AB-6FDC0A643AA8}"/>
          </ac:spMkLst>
        </pc:spChg>
        <pc:spChg chg="mod">
          <ac:chgData name="Zanon, Julio" userId="3c36d808-1a9c-406c-9ed3-731aad3c2883" providerId="ADAL" clId="{FF39501A-A1D1-496D-B883-B14AFD3FDAFE}" dt="2026-09-03T07:34:38.078" v="604"/>
          <ac:spMkLst>
            <pc:docMk/>
            <pc:sldMk cId="612058337" sldId="262"/>
            <ac:spMk id="68" creationId="{AD978E6E-4571-90F2-5072-00E3B74EC55C}"/>
          </ac:spMkLst>
        </pc:spChg>
        <pc:spChg chg="mod">
          <ac:chgData name="Zanon, Julio" userId="3c36d808-1a9c-406c-9ed3-731aad3c2883" providerId="ADAL" clId="{FF39501A-A1D1-496D-B883-B14AFD3FDAFE}" dt="2026-09-03T07:34:38.078" v="604"/>
          <ac:spMkLst>
            <pc:docMk/>
            <pc:sldMk cId="612058337" sldId="262"/>
            <ac:spMk id="73" creationId="{D6F954A4-CCFF-59E1-A93C-5C6192E58DED}"/>
          </ac:spMkLst>
        </pc:spChg>
        <pc:spChg chg="mod">
          <ac:chgData name="Zanon, Julio" userId="3c36d808-1a9c-406c-9ed3-731aad3c2883" providerId="ADAL" clId="{FF39501A-A1D1-496D-B883-B14AFD3FDAFE}" dt="2026-09-03T07:34:38.078" v="604"/>
          <ac:spMkLst>
            <pc:docMk/>
            <pc:sldMk cId="612058337" sldId="262"/>
            <ac:spMk id="76" creationId="{454B3DD3-BBD7-51FE-69C1-BFEE59FE3531}"/>
          </ac:spMkLst>
        </pc:spChg>
        <pc:spChg chg="mod">
          <ac:chgData name="Zanon, Julio" userId="3c36d808-1a9c-406c-9ed3-731aad3c2883" providerId="ADAL" clId="{FF39501A-A1D1-496D-B883-B14AFD3FDAFE}" dt="2026-09-03T07:34:46.899" v="605" actId="571"/>
          <ac:spMkLst>
            <pc:docMk/>
            <pc:sldMk cId="612058337" sldId="262"/>
            <ac:spMk id="93" creationId="{95A0FDA5-0641-EAE1-3296-7951EEF5A237}"/>
          </ac:spMkLst>
        </pc:spChg>
        <pc:spChg chg="mod">
          <ac:chgData name="Zanon, Julio" userId="3c36d808-1a9c-406c-9ed3-731aad3c2883" providerId="ADAL" clId="{FF39501A-A1D1-496D-B883-B14AFD3FDAFE}" dt="2026-09-03T07:34:46.899" v="605" actId="571"/>
          <ac:spMkLst>
            <pc:docMk/>
            <pc:sldMk cId="612058337" sldId="262"/>
            <ac:spMk id="94" creationId="{DDB8C37F-6D94-6E67-3A70-6DD85AB121F3}"/>
          </ac:spMkLst>
        </pc:spChg>
        <pc:spChg chg="mod">
          <ac:chgData name="Zanon, Julio" userId="3c36d808-1a9c-406c-9ed3-731aad3c2883" providerId="ADAL" clId="{FF39501A-A1D1-496D-B883-B14AFD3FDAFE}" dt="2026-09-03T07:34:46.899" v="605" actId="571"/>
          <ac:spMkLst>
            <pc:docMk/>
            <pc:sldMk cId="612058337" sldId="262"/>
            <ac:spMk id="95" creationId="{39AB7283-C029-2F84-DC76-10540FF5BAB7}"/>
          </ac:spMkLst>
        </pc:spChg>
        <pc:spChg chg="mod">
          <ac:chgData name="Zanon, Julio" userId="3c36d808-1a9c-406c-9ed3-731aad3c2883" providerId="ADAL" clId="{FF39501A-A1D1-496D-B883-B14AFD3FDAFE}" dt="2026-09-03T07:34:46.899" v="605" actId="571"/>
          <ac:spMkLst>
            <pc:docMk/>
            <pc:sldMk cId="612058337" sldId="262"/>
            <ac:spMk id="96" creationId="{B300501A-DA6D-E33F-58FF-552C2404706A}"/>
          </ac:spMkLst>
        </pc:spChg>
        <pc:spChg chg="mod">
          <ac:chgData name="Zanon, Julio" userId="3c36d808-1a9c-406c-9ed3-731aad3c2883" providerId="ADAL" clId="{FF39501A-A1D1-496D-B883-B14AFD3FDAFE}" dt="2026-09-03T07:34:46.899" v="605" actId="571"/>
          <ac:spMkLst>
            <pc:docMk/>
            <pc:sldMk cId="612058337" sldId="262"/>
            <ac:spMk id="99" creationId="{6F4A8678-3111-ABAF-4C70-B1FAD237664E}"/>
          </ac:spMkLst>
        </pc:spChg>
        <pc:spChg chg="mod">
          <ac:chgData name="Zanon, Julio" userId="3c36d808-1a9c-406c-9ed3-731aad3c2883" providerId="ADAL" clId="{FF39501A-A1D1-496D-B883-B14AFD3FDAFE}" dt="2026-09-03T07:34:46.899" v="605" actId="571"/>
          <ac:spMkLst>
            <pc:docMk/>
            <pc:sldMk cId="612058337" sldId="262"/>
            <ac:spMk id="102" creationId="{AEDAD396-3C0C-DF36-6ABB-6229AC79D5C6}"/>
          </ac:spMkLst>
        </pc:spChg>
        <pc:spChg chg="mod">
          <ac:chgData name="Zanon, Julio" userId="3c36d808-1a9c-406c-9ed3-731aad3c2883" providerId="ADAL" clId="{FF39501A-A1D1-496D-B883-B14AFD3FDAFE}" dt="2026-09-03T07:34:46.899" v="605" actId="571"/>
          <ac:spMkLst>
            <pc:docMk/>
            <pc:sldMk cId="612058337" sldId="262"/>
            <ac:spMk id="103" creationId="{F9CDB41B-5C31-D3CE-1642-551D6ECDDE75}"/>
          </ac:spMkLst>
        </pc:spChg>
        <pc:spChg chg="mod">
          <ac:chgData name="Zanon, Julio" userId="3c36d808-1a9c-406c-9ed3-731aad3c2883" providerId="ADAL" clId="{FF39501A-A1D1-496D-B883-B14AFD3FDAFE}" dt="2026-09-03T07:34:46.899" v="605" actId="571"/>
          <ac:spMkLst>
            <pc:docMk/>
            <pc:sldMk cId="612058337" sldId="262"/>
            <ac:spMk id="104" creationId="{8353C4D7-132F-AD5B-7318-14FBB3DF379A}"/>
          </ac:spMkLst>
        </pc:spChg>
        <pc:spChg chg="mod">
          <ac:chgData name="Zanon, Julio" userId="3c36d808-1a9c-406c-9ed3-731aad3c2883" providerId="ADAL" clId="{FF39501A-A1D1-496D-B883-B14AFD3FDAFE}" dt="2026-09-03T07:34:46.899" v="605" actId="571"/>
          <ac:spMkLst>
            <pc:docMk/>
            <pc:sldMk cId="612058337" sldId="262"/>
            <ac:spMk id="106" creationId="{A3AFDBE9-294A-584A-21C8-8FE9DDA24F9F}"/>
          </ac:spMkLst>
        </pc:spChg>
        <pc:spChg chg="mod">
          <ac:chgData name="Zanon, Julio" userId="3c36d808-1a9c-406c-9ed3-731aad3c2883" providerId="ADAL" clId="{FF39501A-A1D1-496D-B883-B14AFD3FDAFE}" dt="2026-09-03T07:34:46.899" v="605" actId="571"/>
          <ac:spMkLst>
            <pc:docMk/>
            <pc:sldMk cId="612058337" sldId="262"/>
            <ac:spMk id="107" creationId="{6120FE17-D98D-BB4B-E531-13AFC3225AFA}"/>
          </ac:spMkLst>
        </pc:spChg>
        <pc:grpChg chg="mod">
          <ac:chgData name="Zanon, Julio" userId="3c36d808-1a9c-406c-9ed3-731aad3c2883" providerId="ADAL" clId="{FF39501A-A1D1-496D-B883-B14AFD3FDAFE}" dt="2026-09-03T07:33:49.943" v="598" actId="14100"/>
          <ac:grpSpMkLst>
            <pc:docMk/>
            <pc:sldMk cId="612058337" sldId="262"/>
            <ac:grpSpMk id="6" creationId="{99F58453-082D-7D10-85E3-0EC9C70C7F2F}"/>
          </ac:grpSpMkLst>
        </pc:grpChg>
        <pc:grpChg chg="mod">
          <ac:chgData name="Zanon, Julio" userId="3c36d808-1a9c-406c-9ed3-731aad3c2883" providerId="ADAL" clId="{FF39501A-A1D1-496D-B883-B14AFD3FDAFE}" dt="2026-09-03T07:35:08.777" v="608" actId="1076"/>
          <ac:grpSpMkLst>
            <pc:docMk/>
            <pc:sldMk cId="612058337" sldId="262"/>
            <ac:grpSpMk id="43" creationId="{F743DD02-98A5-2F8B-B0C1-91EF73FD93B3}"/>
          </ac:grpSpMkLst>
        </pc:grpChg>
        <pc:grpChg chg="del mod">
          <ac:chgData name="Zanon, Julio" userId="3c36d808-1a9c-406c-9ed3-731aad3c2883" providerId="ADAL" clId="{FF39501A-A1D1-496D-B883-B14AFD3FDAFE}" dt="2026-09-03T07:34:53.727" v="607" actId="478"/>
          <ac:grpSpMkLst>
            <pc:docMk/>
            <pc:sldMk cId="612058337" sldId="262"/>
            <ac:grpSpMk id="78" creationId="{944D88E4-6C24-1F40-CB39-20C0B755E1CF}"/>
          </ac:grpSpMkLst>
        </pc:grpChg>
        <pc:picChg chg="add del mod">
          <ac:chgData name="Zanon, Julio" userId="3c36d808-1a9c-406c-9ed3-731aad3c2883" providerId="ADAL" clId="{FF39501A-A1D1-496D-B883-B14AFD3FDAFE}" dt="2026-09-03T07:34:30.350" v="603" actId="478"/>
          <ac:picMkLst>
            <pc:docMk/>
            <pc:sldMk cId="612058337" sldId="262"/>
            <ac:picMk id="42" creationId="{CDF6763E-C021-D22D-8DBA-ECEBDEAA6ED5}"/>
          </ac:picMkLst>
        </pc:picChg>
      </pc:sldChg>
      <pc:sldChg chg="new del">
        <pc:chgData name="Zanon, Julio" userId="3c36d808-1a9c-406c-9ed3-731aad3c2883" providerId="ADAL" clId="{FF39501A-A1D1-496D-B883-B14AFD3FDAFE}" dt="2026-09-03T07:23:08.151" v="447" actId="47"/>
        <pc:sldMkLst>
          <pc:docMk/>
          <pc:sldMk cId="1355715961" sldId="262"/>
        </pc:sldMkLst>
      </pc:sldChg>
      <pc:sldChg chg="new del">
        <pc:chgData name="Zanon, Julio" userId="3c36d808-1a9c-406c-9ed3-731aad3c2883" providerId="ADAL" clId="{FF39501A-A1D1-496D-B883-B14AFD3FDAFE}" dt="2026-09-03T07:17:08.466" v="402" actId="47"/>
        <pc:sldMkLst>
          <pc:docMk/>
          <pc:sldMk cId="2708720691" sldId="262"/>
        </pc:sldMkLst>
      </pc:sldChg>
      <pc:sldChg chg="new del">
        <pc:chgData name="Zanon, Julio" userId="3c36d808-1a9c-406c-9ed3-731aad3c2883" providerId="ADAL" clId="{FF39501A-A1D1-496D-B883-B14AFD3FDAFE}" dt="2026-09-03T07:33:34.710" v="595" actId="47"/>
        <pc:sldMkLst>
          <pc:docMk/>
          <pc:sldMk cId="463430150" sldId="263"/>
        </pc:sldMkLst>
      </pc:sldChg>
      <pc:sldChg chg="new del">
        <pc:chgData name="Zanon, Julio" userId="3c36d808-1a9c-406c-9ed3-731aad3c2883" providerId="ADAL" clId="{FF39501A-A1D1-496D-B883-B14AFD3FDAFE}" dt="2026-09-03T07:23:08.151" v="447" actId="47"/>
        <pc:sldMkLst>
          <pc:docMk/>
          <pc:sldMk cId="2253610992" sldId="263"/>
        </pc:sldMkLst>
      </pc:sldChg>
      <pc:sldChg chg="new del">
        <pc:chgData name="Zanon, Julio" userId="3c36d808-1a9c-406c-9ed3-731aad3c2883" providerId="ADAL" clId="{FF39501A-A1D1-496D-B883-B14AFD3FDAFE}" dt="2026-09-03T07:35:37.728" v="615" actId="47"/>
        <pc:sldMkLst>
          <pc:docMk/>
          <pc:sldMk cId="3594808636" sldId="263"/>
        </pc:sldMkLst>
      </pc:sldChg>
      <pc:sldChg chg="new del">
        <pc:chgData name="Zanon, Julio" userId="3c36d808-1a9c-406c-9ed3-731aad3c2883" providerId="ADAL" clId="{FF39501A-A1D1-496D-B883-B14AFD3FDAFE}" dt="2026-09-03T07:17:08.466" v="402" actId="47"/>
        <pc:sldMkLst>
          <pc:docMk/>
          <pc:sldMk cId="4107071402" sldId="263"/>
        </pc:sldMkLst>
      </pc:sldChg>
      <pc:sldChg chg="addSp delSp modSp new mod modNotesTx">
        <pc:chgData name="Zanon, Julio" userId="3c36d808-1a9c-406c-9ed3-731aad3c2883" providerId="ADAL" clId="{FF39501A-A1D1-496D-B883-B14AFD3FDAFE}" dt="2026-09-03T09:49:38.308" v="2023" actId="114"/>
        <pc:sldMkLst>
          <pc:docMk/>
          <pc:sldMk cId="1480246257" sldId="264"/>
        </pc:sldMkLst>
        <pc:spChg chg="mod">
          <ac:chgData name="Zanon, Julio" userId="3c36d808-1a9c-406c-9ed3-731aad3c2883" providerId="ADAL" clId="{FF39501A-A1D1-496D-B883-B14AFD3FDAFE}" dt="2026-09-03T08:47:25.008" v="1089" actId="6549"/>
          <ac:spMkLst>
            <pc:docMk/>
            <pc:sldMk cId="1480246257" sldId="264"/>
            <ac:spMk id="3" creationId="{0B0867AE-C4D4-96C6-7191-414F541DE4C1}"/>
          </ac:spMkLst>
        </pc:spChg>
        <pc:spChg chg="mod topLvl">
          <ac:chgData name="Zanon, Julio" userId="3c36d808-1a9c-406c-9ed3-731aad3c2883" providerId="ADAL" clId="{FF39501A-A1D1-496D-B883-B14AFD3FDAFE}" dt="2026-09-03T08:47:46.990" v="1090" actId="1076"/>
          <ac:spMkLst>
            <pc:docMk/>
            <pc:sldMk cId="1480246257" sldId="264"/>
            <ac:spMk id="15" creationId="{2B57DCCC-B1C6-EDD5-A0AB-1A2F0F00179D}"/>
          </ac:spMkLst>
        </pc:spChg>
        <pc:spChg chg="mod">
          <ac:chgData name="Zanon, Julio" userId="3c36d808-1a9c-406c-9ed3-731aad3c2883" providerId="ADAL" clId="{FF39501A-A1D1-496D-B883-B14AFD3FDAFE}" dt="2026-09-03T08:47:46.990" v="1090" actId="1076"/>
          <ac:spMkLst>
            <pc:docMk/>
            <pc:sldMk cId="1480246257" sldId="264"/>
            <ac:spMk id="17" creationId="{DB20890E-3BCA-9F54-F6EA-B8F4F3C697E9}"/>
          </ac:spMkLst>
        </pc:spChg>
        <pc:spChg chg="mod topLvl">
          <ac:chgData name="Zanon, Julio" userId="3c36d808-1a9c-406c-9ed3-731aad3c2883" providerId="ADAL" clId="{FF39501A-A1D1-496D-B883-B14AFD3FDAFE}" dt="2026-09-03T07:37:20.508" v="750" actId="165"/>
          <ac:spMkLst>
            <pc:docMk/>
            <pc:sldMk cId="1480246257" sldId="264"/>
            <ac:spMk id="18" creationId="{491DA483-7669-29A4-9F80-C0A86604C436}"/>
          </ac:spMkLst>
        </pc:spChg>
        <pc:spChg chg="mod">
          <ac:chgData name="Zanon, Julio" userId="3c36d808-1a9c-406c-9ed3-731aad3c2883" providerId="ADAL" clId="{FF39501A-A1D1-496D-B883-B14AFD3FDAFE}" dt="2026-09-03T08:47:46.990" v="1090" actId="1076"/>
          <ac:spMkLst>
            <pc:docMk/>
            <pc:sldMk cId="1480246257" sldId="264"/>
            <ac:spMk id="19" creationId="{BC11354C-DE47-49AB-8E98-335F7AC23382}"/>
          </ac:spMkLst>
        </pc:spChg>
        <pc:spChg chg="mod">
          <ac:chgData name="Zanon, Julio" userId="3c36d808-1a9c-406c-9ed3-731aad3c2883" providerId="ADAL" clId="{FF39501A-A1D1-496D-B883-B14AFD3FDAFE}" dt="2026-09-03T08:47:46.990" v="1090" actId="1076"/>
          <ac:spMkLst>
            <pc:docMk/>
            <pc:sldMk cId="1480246257" sldId="264"/>
            <ac:spMk id="20" creationId="{903D99CD-068F-7FBE-97BF-9EBDE5FE12E1}"/>
          </ac:spMkLst>
        </pc:spChg>
        <pc:spChg chg="mod">
          <ac:chgData name="Zanon, Julio" userId="3c36d808-1a9c-406c-9ed3-731aad3c2883" providerId="ADAL" clId="{FF39501A-A1D1-496D-B883-B14AFD3FDAFE}" dt="2026-09-03T08:47:46.990" v="1090" actId="1076"/>
          <ac:spMkLst>
            <pc:docMk/>
            <pc:sldMk cId="1480246257" sldId="264"/>
            <ac:spMk id="23" creationId="{D9A9CBAA-201A-7B63-5E7D-E51E4B815BB1}"/>
          </ac:spMkLst>
        </pc:spChg>
        <pc:spChg chg="mod">
          <ac:chgData name="Zanon, Julio" userId="3c36d808-1a9c-406c-9ed3-731aad3c2883" providerId="ADAL" clId="{FF39501A-A1D1-496D-B883-B14AFD3FDAFE}" dt="2026-09-03T08:47:46.990" v="1090" actId="1076"/>
          <ac:spMkLst>
            <pc:docMk/>
            <pc:sldMk cId="1480246257" sldId="264"/>
            <ac:spMk id="24" creationId="{8F16A0EA-2950-3A08-D509-2AC2DCBE49C7}"/>
          </ac:spMkLst>
        </pc:spChg>
        <pc:spChg chg="mod topLvl">
          <ac:chgData name="Zanon, Julio" userId="3c36d808-1a9c-406c-9ed3-731aad3c2883" providerId="ADAL" clId="{FF39501A-A1D1-496D-B883-B14AFD3FDAFE}" dt="2026-09-03T08:47:46.990" v="1090" actId="1076"/>
          <ac:spMkLst>
            <pc:docMk/>
            <pc:sldMk cId="1480246257" sldId="264"/>
            <ac:spMk id="25" creationId="{96ED1143-1CDD-F174-CAEE-7D4E0DE8BCC3}"/>
          </ac:spMkLst>
        </pc:spChg>
        <pc:spChg chg="mod topLvl">
          <ac:chgData name="Zanon, Julio" userId="3c36d808-1a9c-406c-9ed3-731aad3c2883" providerId="ADAL" clId="{FF39501A-A1D1-496D-B883-B14AFD3FDAFE}" dt="2026-09-03T07:37:20.508" v="750" actId="165"/>
          <ac:spMkLst>
            <pc:docMk/>
            <pc:sldMk cId="1480246257" sldId="264"/>
            <ac:spMk id="26" creationId="{6C957A79-B235-3313-51F8-AB0640EF5A2B}"/>
          </ac:spMkLst>
        </pc:spChg>
        <pc:spChg chg="mod topLvl">
          <ac:chgData name="Zanon, Julio" userId="3c36d808-1a9c-406c-9ed3-731aad3c2883" providerId="ADAL" clId="{FF39501A-A1D1-496D-B883-B14AFD3FDAFE}" dt="2026-09-03T07:37:20.508" v="750" actId="165"/>
          <ac:spMkLst>
            <pc:docMk/>
            <pc:sldMk cId="1480246257" sldId="264"/>
            <ac:spMk id="27" creationId="{C302630E-52F9-D930-A879-DC8A3FCDC1EB}"/>
          </ac:spMkLst>
        </pc:spChg>
        <pc:spChg chg="mod topLvl">
          <ac:chgData name="Zanon, Julio" userId="3c36d808-1a9c-406c-9ed3-731aad3c2883" providerId="ADAL" clId="{FF39501A-A1D1-496D-B883-B14AFD3FDAFE}" dt="2026-09-03T07:37:20.508" v="750" actId="165"/>
          <ac:spMkLst>
            <pc:docMk/>
            <pc:sldMk cId="1480246257" sldId="264"/>
            <ac:spMk id="28" creationId="{434FE3D9-3DEE-67FA-C7D7-56E1708CF288}"/>
          </ac:spMkLst>
        </pc:spChg>
        <pc:spChg chg="mod topLvl">
          <ac:chgData name="Zanon, Julio" userId="3c36d808-1a9c-406c-9ed3-731aad3c2883" providerId="ADAL" clId="{FF39501A-A1D1-496D-B883-B14AFD3FDAFE}" dt="2026-09-03T08:47:46.990" v="1090" actId="1076"/>
          <ac:spMkLst>
            <pc:docMk/>
            <pc:sldMk cId="1480246257" sldId="264"/>
            <ac:spMk id="29" creationId="{D3571163-C458-121B-2A07-CAA2DB32CDDE}"/>
          </ac:spMkLst>
        </pc:spChg>
        <pc:spChg chg="mod topLvl">
          <ac:chgData name="Zanon, Julio" userId="3c36d808-1a9c-406c-9ed3-731aad3c2883" providerId="ADAL" clId="{FF39501A-A1D1-496D-B883-B14AFD3FDAFE}" dt="2026-09-03T07:37:20.508" v="750" actId="165"/>
          <ac:spMkLst>
            <pc:docMk/>
            <pc:sldMk cId="1480246257" sldId="264"/>
            <ac:spMk id="30" creationId="{632C724C-62EB-C445-B720-D16837429D53}"/>
          </ac:spMkLst>
        </pc:spChg>
        <pc:spChg chg="mod topLvl">
          <ac:chgData name="Zanon, Julio" userId="3c36d808-1a9c-406c-9ed3-731aad3c2883" providerId="ADAL" clId="{FF39501A-A1D1-496D-B883-B14AFD3FDAFE}" dt="2026-09-03T08:47:46.990" v="1090" actId="1076"/>
          <ac:spMkLst>
            <pc:docMk/>
            <pc:sldMk cId="1480246257" sldId="264"/>
            <ac:spMk id="31" creationId="{B5A20404-DDC4-2A45-7660-A825708F91B5}"/>
          </ac:spMkLst>
        </pc:spChg>
        <pc:spChg chg="mod">
          <ac:chgData name="Zanon, Julio" userId="3c36d808-1a9c-406c-9ed3-731aad3c2883" providerId="ADAL" clId="{FF39501A-A1D1-496D-B883-B14AFD3FDAFE}" dt="2026-09-03T08:47:46.990" v="1090" actId="1076"/>
          <ac:spMkLst>
            <pc:docMk/>
            <pc:sldMk cId="1480246257" sldId="264"/>
            <ac:spMk id="32" creationId="{B9E0DCCE-0A12-6211-44EB-DCFCC101AD9A}"/>
          </ac:spMkLst>
        </pc:spChg>
        <pc:spChg chg="mod topLvl">
          <ac:chgData name="Zanon, Julio" userId="3c36d808-1a9c-406c-9ed3-731aad3c2883" providerId="ADAL" clId="{FF39501A-A1D1-496D-B883-B14AFD3FDAFE}" dt="2026-09-03T07:37:20.508" v="750" actId="165"/>
          <ac:spMkLst>
            <pc:docMk/>
            <pc:sldMk cId="1480246257" sldId="264"/>
            <ac:spMk id="36" creationId="{4F2DF126-E99F-EC86-6456-F6F38AB7F061}"/>
          </ac:spMkLst>
        </pc:spChg>
        <pc:spChg chg="add mod">
          <ac:chgData name="Zanon, Julio" userId="3c36d808-1a9c-406c-9ed3-731aad3c2883" providerId="ADAL" clId="{FF39501A-A1D1-496D-B883-B14AFD3FDAFE}" dt="2026-09-03T08:49:47.164" v="1111" actId="1035"/>
          <ac:spMkLst>
            <pc:docMk/>
            <pc:sldMk cId="1480246257" sldId="264"/>
            <ac:spMk id="39" creationId="{79A0FE8F-E027-129B-11B2-9E94F29ABDA0}"/>
          </ac:spMkLst>
        </pc:spChg>
        <pc:spChg chg="add mod">
          <ac:chgData name="Zanon, Julio" userId="3c36d808-1a9c-406c-9ed3-731aad3c2883" providerId="ADAL" clId="{FF39501A-A1D1-496D-B883-B14AFD3FDAFE}" dt="2026-09-03T09:49:38.308" v="2023" actId="114"/>
          <ac:spMkLst>
            <pc:docMk/>
            <pc:sldMk cId="1480246257" sldId="264"/>
            <ac:spMk id="41" creationId="{A7A559B7-9CCD-AA23-85F2-347985FB2BFC}"/>
          </ac:spMkLst>
        </pc:spChg>
        <pc:grpChg chg="mod">
          <ac:chgData name="Zanon, Julio" userId="3c36d808-1a9c-406c-9ed3-731aad3c2883" providerId="ADAL" clId="{FF39501A-A1D1-496D-B883-B14AFD3FDAFE}" dt="2026-09-03T07:37:15.935" v="749" actId="1076"/>
          <ac:grpSpMkLst>
            <pc:docMk/>
            <pc:sldMk cId="1480246257" sldId="264"/>
            <ac:grpSpMk id="5" creationId="{B3B024CA-DAD6-B4A4-7076-5DAD62E76ED4}"/>
          </ac:grpSpMkLst>
        </pc:grpChg>
        <pc:picChg chg="del">
          <ac:chgData name="Zanon, Julio" userId="3c36d808-1a9c-406c-9ed3-731aad3c2883" providerId="ADAL" clId="{FF39501A-A1D1-496D-B883-B14AFD3FDAFE}" dt="2026-09-03T07:37:23.290" v="751" actId="478"/>
          <ac:picMkLst>
            <pc:docMk/>
            <pc:sldMk cId="1480246257" sldId="264"/>
            <ac:picMk id="39" creationId="{B45D992F-BF75-035F-73F6-6DCC73688702}"/>
          </ac:picMkLst>
        </pc:picChg>
      </pc:sldChg>
      <pc:sldChg chg="new del">
        <pc:chgData name="Zanon, Julio" userId="3c36d808-1a9c-406c-9ed3-731aad3c2883" providerId="ADAL" clId="{FF39501A-A1D1-496D-B883-B14AFD3FDAFE}" dt="2026-09-03T07:31:11.700" v="465" actId="47"/>
        <pc:sldMkLst>
          <pc:docMk/>
          <pc:sldMk cId="3634667483" sldId="264"/>
        </pc:sldMkLst>
      </pc:sldChg>
      <pc:sldChg chg="addSp delSp modSp new mod">
        <pc:chgData name="Zanon, Julio" userId="3c36d808-1a9c-406c-9ed3-731aad3c2883" providerId="ADAL" clId="{FF39501A-A1D1-496D-B883-B14AFD3FDAFE}" dt="2026-09-03T09:59:28.555" v="2394" actId="313"/>
        <pc:sldMkLst>
          <pc:docMk/>
          <pc:sldMk cId="3591886031" sldId="265"/>
        </pc:sldMkLst>
        <pc:spChg chg="mod">
          <ac:chgData name="Zanon, Julio" userId="3c36d808-1a9c-406c-9ed3-731aad3c2883" providerId="ADAL" clId="{FF39501A-A1D1-496D-B883-B14AFD3FDAFE}" dt="2026-09-03T09:59:28.555" v="2394" actId="313"/>
          <ac:spMkLst>
            <pc:docMk/>
            <pc:sldMk cId="3591886031" sldId="265"/>
            <ac:spMk id="3" creationId="{075BDF08-0FDF-2753-F150-6ACB3EE5FF9D}"/>
          </ac:spMkLst>
        </pc:spChg>
        <pc:spChg chg="mod topLvl">
          <ac:chgData name="Zanon, Julio" userId="3c36d808-1a9c-406c-9ed3-731aad3c2883" providerId="ADAL" clId="{FF39501A-A1D1-496D-B883-B14AFD3FDAFE}" dt="2026-09-03T07:36:35.729" v="727" actId="165"/>
          <ac:spMkLst>
            <pc:docMk/>
            <pc:sldMk cId="3591886031" sldId="265"/>
            <ac:spMk id="8" creationId="{80FB16BB-3484-0D53-210C-F0EEC6A6C4F6}"/>
          </ac:spMkLst>
        </pc:spChg>
        <pc:spChg chg="mod topLvl">
          <ac:chgData name="Zanon, Julio" userId="3c36d808-1a9c-406c-9ed3-731aad3c2883" providerId="ADAL" clId="{FF39501A-A1D1-496D-B883-B14AFD3FDAFE}" dt="2026-09-03T07:36:35.729" v="727" actId="165"/>
          <ac:spMkLst>
            <pc:docMk/>
            <pc:sldMk cId="3591886031" sldId="265"/>
            <ac:spMk id="10" creationId="{8DD201B5-FFB4-DF4C-A3FF-D4B040CDDA0D}"/>
          </ac:spMkLst>
        </pc:spChg>
        <pc:spChg chg="mod topLvl">
          <ac:chgData name="Zanon, Julio" userId="3c36d808-1a9c-406c-9ed3-731aad3c2883" providerId="ADAL" clId="{FF39501A-A1D1-496D-B883-B14AFD3FDAFE}" dt="2026-09-03T07:36:35.729" v="727" actId="165"/>
          <ac:spMkLst>
            <pc:docMk/>
            <pc:sldMk cId="3591886031" sldId="265"/>
            <ac:spMk id="16" creationId="{BE43FA1C-2B2E-6122-4153-B6B9F7C85707}"/>
          </ac:spMkLst>
        </pc:spChg>
        <pc:spChg chg="mod topLvl">
          <ac:chgData name="Zanon, Julio" userId="3c36d808-1a9c-406c-9ed3-731aad3c2883" providerId="ADAL" clId="{FF39501A-A1D1-496D-B883-B14AFD3FDAFE}" dt="2026-09-03T07:36:35.729" v="727" actId="165"/>
          <ac:spMkLst>
            <pc:docMk/>
            <pc:sldMk cId="3591886031" sldId="265"/>
            <ac:spMk id="19" creationId="{173DB364-BDF7-E835-7DF0-FD2A387CAE03}"/>
          </ac:spMkLst>
        </pc:spChg>
        <pc:spChg chg="mod topLvl">
          <ac:chgData name="Zanon, Julio" userId="3c36d808-1a9c-406c-9ed3-731aad3c2883" providerId="ADAL" clId="{FF39501A-A1D1-496D-B883-B14AFD3FDAFE}" dt="2026-09-03T07:36:35.729" v="727" actId="165"/>
          <ac:spMkLst>
            <pc:docMk/>
            <pc:sldMk cId="3591886031" sldId="265"/>
            <ac:spMk id="20" creationId="{ABA27321-BC0B-2521-AB90-801FA20844BF}"/>
          </ac:spMkLst>
        </pc:spChg>
        <pc:spChg chg="mod topLvl">
          <ac:chgData name="Zanon, Julio" userId="3c36d808-1a9c-406c-9ed3-731aad3c2883" providerId="ADAL" clId="{FF39501A-A1D1-496D-B883-B14AFD3FDAFE}" dt="2026-09-03T07:36:35.729" v="727" actId="165"/>
          <ac:spMkLst>
            <pc:docMk/>
            <pc:sldMk cId="3591886031" sldId="265"/>
            <ac:spMk id="22" creationId="{8EFA58CC-03A2-E190-3536-C54C292960B6}"/>
          </ac:spMkLst>
        </pc:spChg>
        <pc:spChg chg="mod topLvl">
          <ac:chgData name="Zanon, Julio" userId="3c36d808-1a9c-406c-9ed3-731aad3c2883" providerId="ADAL" clId="{FF39501A-A1D1-496D-B883-B14AFD3FDAFE}" dt="2026-09-03T07:36:35.729" v="727" actId="165"/>
          <ac:spMkLst>
            <pc:docMk/>
            <pc:sldMk cId="3591886031" sldId="265"/>
            <ac:spMk id="25" creationId="{7836B1B5-3F81-61B3-64B8-85DE125BACFB}"/>
          </ac:spMkLst>
        </pc:spChg>
        <pc:spChg chg="mod topLvl">
          <ac:chgData name="Zanon, Julio" userId="3c36d808-1a9c-406c-9ed3-731aad3c2883" providerId="ADAL" clId="{FF39501A-A1D1-496D-B883-B14AFD3FDAFE}" dt="2026-09-03T07:36:35.729" v="727" actId="165"/>
          <ac:spMkLst>
            <pc:docMk/>
            <pc:sldMk cId="3591886031" sldId="265"/>
            <ac:spMk id="26" creationId="{1B685526-4404-F875-97E9-E70BA84ADF1A}"/>
          </ac:spMkLst>
        </pc:spChg>
        <pc:spChg chg="mod topLvl">
          <ac:chgData name="Zanon, Julio" userId="3c36d808-1a9c-406c-9ed3-731aad3c2883" providerId="ADAL" clId="{FF39501A-A1D1-496D-B883-B14AFD3FDAFE}" dt="2026-09-03T07:36:35.729" v="727" actId="165"/>
          <ac:spMkLst>
            <pc:docMk/>
            <pc:sldMk cId="3591886031" sldId="265"/>
            <ac:spMk id="27" creationId="{42074AA9-35F6-61FC-38AB-B19FBDDFAD3A}"/>
          </ac:spMkLst>
        </pc:spChg>
        <pc:spChg chg="mod topLvl">
          <ac:chgData name="Zanon, Julio" userId="3c36d808-1a9c-406c-9ed3-731aad3c2883" providerId="ADAL" clId="{FF39501A-A1D1-496D-B883-B14AFD3FDAFE}" dt="2026-09-03T07:36:35.729" v="727" actId="165"/>
          <ac:spMkLst>
            <pc:docMk/>
            <pc:sldMk cId="3591886031" sldId="265"/>
            <ac:spMk id="28" creationId="{86AEF82D-1D2C-299E-5892-3A497BC2E893}"/>
          </ac:spMkLst>
        </pc:spChg>
        <pc:grpChg chg="mod">
          <ac:chgData name="Zanon, Julio" userId="3c36d808-1a9c-406c-9ed3-731aad3c2883" providerId="ADAL" clId="{FF39501A-A1D1-496D-B883-B14AFD3FDAFE}" dt="2026-09-03T07:36:30.932" v="726" actId="1036"/>
          <ac:grpSpMkLst>
            <pc:docMk/>
            <pc:sldMk cId="3591886031" sldId="265"/>
            <ac:grpSpMk id="5" creationId="{39804616-CD3A-7454-ABDD-9234FAE94B9A}"/>
          </ac:grpSpMkLst>
        </pc:grpChg>
        <pc:picChg chg="del">
          <ac:chgData name="Zanon, Julio" userId="3c36d808-1a9c-406c-9ed3-731aad3c2883" providerId="ADAL" clId="{FF39501A-A1D1-496D-B883-B14AFD3FDAFE}" dt="2026-09-03T07:36:39.342" v="728" actId="478"/>
          <ac:picMkLst>
            <pc:docMk/>
            <pc:sldMk cId="3591886031" sldId="265"/>
            <ac:picMk id="6" creationId="{CADCFCE4-237E-1B6A-2D53-9B7DA4A0249F}"/>
          </ac:picMkLst>
        </pc:picChg>
      </pc:sldChg>
      <pc:sldChg chg="new del">
        <pc:chgData name="Zanon, Julio" userId="3c36d808-1a9c-406c-9ed3-731aad3c2883" providerId="ADAL" clId="{FF39501A-A1D1-496D-B883-B14AFD3FDAFE}" dt="2026-09-03T07:31:11.700" v="465" actId="47"/>
        <pc:sldMkLst>
          <pc:docMk/>
          <pc:sldMk cId="3668894408" sldId="265"/>
        </pc:sldMkLst>
      </pc:sldChg>
      <pc:sldChg chg="new del">
        <pc:chgData name="Zanon, Julio" userId="3c36d808-1a9c-406c-9ed3-731aad3c2883" providerId="ADAL" clId="{FF39501A-A1D1-496D-B883-B14AFD3FDAFE}" dt="2026-09-03T07:31:11.700" v="465" actId="47"/>
        <pc:sldMkLst>
          <pc:docMk/>
          <pc:sldMk cId="440151007" sldId="266"/>
        </pc:sldMkLst>
      </pc:sldChg>
      <pc:sldChg chg="addSp delSp modSp new mod ord modNotesTx">
        <pc:chgData name="Zanon, Julio" userId="3c36d808-1a9c-406c-9ed3-731aad3c2883" providerId="ADAL" clId="{FF39501A-A1D1-496D-B883-B14AFD3FDAFE}" dt="2026-09-03T08:58:28.368" v="1355" actId="20577"/>
        <pc:sldMkLst>
          <pc:docMk/>
          <pc:sldMk cId="2737382026" sldId="266"/>
        </pc:sldMkLst>
        <pc:spChg chg="del">
          <ac:chgData name="Zanon, Julio" userId="3c36d808-1a9c-406c-9ed3-731aad3c2883" providerId="ADAL" clId="{FF39501A-A1D1-496D-B883-B14AFD3FDAFE}" dt="2026-09-03T07:42:38.480" v="755" actId="478"/>
          <ac:spMkLst>
            <pc:docMk/>
            <pc:sldMk cId="2737382026" sldId="266"/>
            <ac:spMk id="3" creationId="{A23C313F-2507-A3EA-8B71-2BB1285E7446}"/>
          </ac:spMkLst>
        </pc:spChg>
        <pc:spChg chg="mod">
          <ac:chgData name="Zanon, Julio" userId="3c36d808-1a9c-406c-9ed3-731aad3c2883" providerId="ADAL" clId="{FF39501A-A1D1-496D-B883-B14AFD3FDAFE}" dt="2026-09-03T07:44:19.001" v="916" actId="1036"/>
          <ac:spMkLst>
            <pc:docMk/>
            <pc:sldMk cId="2737382026" sldId="266"/>
            <ac:spMk id="13" creationId="{CE74A521-E47A-D0DE-8467-C8281F8F100E}"/>
          </ac:spMkLst>
        </pc:spChg>
        <pc:spChg chg="mod">
          <ac:chgData name="Zanon, Julio" userId="3c36d808-1a9c-406c-9ed3-731aad3c2883" providerId="ADAL" clId="{FF39501A-A1D1-496D-B883-B14AFD3FDAFE}" dt="2026-09-03T07:44:19.001" v="916" actId="1036"/>
          <ac:spMkLst>
            <pc:docMk/>
            <pc:sldMk cId="2737382026" sldId="266"/>
            <ac:spMk id="15" creationId="{567C633D-8E7C-C094-EBA7-FE166DC34C68}"/>
          </ac:spMkLst>
        </pc:spChg>
        <pc:spChg chg="mod topLvl">
          <ac:chgData name="Zanon, Julio" userId="3c36d808-1a9c-406c-9ed3-731aad3c2883" providerId="ADAL" clId="{FF39501A-A1D1-496D-B883-B14AFD3FDAFE}" dt="2026-09-03T07:44:19.001" v="916" actId="1036"/>
          <ac:spMkLst>
            <pc:docMk/>
            <pc:sldMk cId="2737382026" sldId="266"/>
            <ac:spMk id="18" creationId="{D0069419-5A9B-7576-E639-0C7B15E9865C}"/>
          </ac:spMkLst>
        </pc:spChg>
        <pc:spChg chg="mod">
          <ac:chgData name="Zanon, Julio" userId="3c36d808-1a9c-406c-9ed3-731aad3c2883" providerId="ADAL" clId="{FF39501A-A1D1-496D-B883-B14AFD3FDAFE}" dt="2026-09-03T07:44:19.001" v="916" actId="1036"/>
          <ac:spMkLst>
            <pc:docMk/>
            <pc:sldMk cId="2737382026" sldId="266"/>
            <ac:spMk id="20" creationId="{5C6A3934-E7D2-DD06-FFEF-53832AA1D763}"/>
          </ac:spMkLst>
        </pc:spChg>
        <pc:spChg chg="mod">
          <ac:chgData name="Zanon, Julio" userId="3c36d808-1a9c-406c-9ed3-731aad3c2883" providerId="ADAL" clId="{FF39501A-A1D1-496D-B883-B14AFD3FDAFE}" dt="2026-09-03T07:44:19.001" v="916" actId="1036"/>
          <ac:spMkLst>
            <pc:docMk/>
            <pc:sldMk cId="2737382026" sldId="266"/>
            <ac:spMk id="21" creationId="{EDCA910E-5834-54CA-49E3-74AA4CB9B2F9}"/>
          </ac:spMkLst>
        </pc:spChg>
        <pc:spChg chg="mod">
          <ac:chgData name="Zanon, Julio" userId="3c36d808-1a9c-406c-9ed3-731aad3c2883" providerId="ADAL" clId="{FF39501A-A1D1-496D-B883-B14AFD3FDAFE}" dt="2026-09-03T07:44:19.001" v="916" actId="1036"/>
          <ac:spMkLst>
            <pc:docMk/>
            <pc:sldMk cId="2737382026" sldId="266"/>
            <ac:spMk id="23" creationId="{D5747041-2303-0922-6567-FFA5733BC142}"/>
          </ac:spMkLst>
        </pc:spChg>
        <pc:spChg chg="mod">
          <ac:chgData name="Zanon, Julio" userId="3c36d808-1a9c-406c-9ed3-731aad3c2883" providerId="ADAL" clId="{FF39501A-A1D1-496D-B883-B14AFD3FDAFE}" dt="2026-09-03T07:44:19.001" v="916" actId="1036"/>
          <ac:spMkLst>
            <pc:docMk/>
            <pc:sldMk cId="2737382026" sldId="266"/>
            <ac:spMk id="26" creationId="{C7EC7EE7-1184-E2A3-93FF-EF411A37A557}"/>
          </ac:spMkLst>
        </pc:spChg>
        <pc:spChg chg="mod">
          <ac:chgData name="Zanon, Julio" userId="3c36d808-1a9c-406c-9ed3-731aad3c2883" providerId="ADAL" clId="{FF39501A-A1D1-496D-B883-B14AFD3FDAFE}" dt="2026-09-03T07:44:19.001" v="916" actId="1036"/>
          <ac:spMkLst>
            <pc:docMk/>
            <pc:sldMk cId="2737382026" sldId="266"/>
            <ac:spMk id="27" creationId="{A0F516B9-E8CE-3619-1210-A91D70726D66}"/>
          </ac:spMkLst>
        </pc:spChg>
        <pc:spChg chg="mod">
          <ac:chgData name="Zanon, Julio" userId="3c36d808-1a9c-406c-9ed3-731aad3c2883" providerId="ADAL" clId="{FF39501A-A1D1-496D-B883-B14AFD3FDAFE}" dt="2026-09-03T07:44:19.001" v="916" actId="1036"/>
          <ac:spMkLst>
            <pc:docMk/>
            <pc:sldMk cId="2737382026" sldId="266"/>
            <ac:spMk id="30" creationId="{9D67545A-B3C5-52E3-92B5-0FD4698F4508}"/>
          </ac:spMkLst>
        </pc:spChg>
        <pc:spChg chg="mod topLvl">
          <ac:chgData name="Zanon, Julio" userId="3c36d808-1a9c-406c-9ed3-731aad3c2883" providerId="ADAL" clId="{FF39501A-A1D1-496D-B883-B14AFD3FDAFE}" dt="2026-09-03T07:38:36.002" v="754" actId="165"/>
          <ac:spMkLst>
            <pc:docMk/>
            <pc:sldMk cId="2737382026" sldId="266"/>
            <ac:spMk id="32" creationId="{6252FF49-1BCF-99F9-8621-2EA12B97A729}"/>
          </ac:spMkLst>
        </pc:spChg>
        <pc:spChg chg="mod">
          <ac:chgData name="Zanon, Julio" userId="3c36d808-1a9c-406c-9ed3-731aad3c2883" providerId="ADAL" clId="{FF39501A-A1D1-496D-B883-B14AFD3FDAFE}" dt="2026-09-03T07:44:19.001" v="916" actId="1036"/>
          <ac:spMkLst>
            <pc:docMk/>
            <pc:sldMk cId="2737382026" sldId="266"/>
            <ac:spMk id="33" creationId="{5C7DC28A-045B-F4B8-3BA8-3B1401037204}"/>
          </ac:spMkLst>
        </pc:spChg>
        <pc:spChg chg="mod topLvl">
          <ac:chgData name="Zanon, Julio" userId="3c36d808-1a9c-406c-9ed3-731aad3c2883" providerId="ADAL" clId="{FF39501A-A1D1-496D-B883-B14AFD3FDAFE}" dt="2026-09-03T07:44:10.431" v="897" actId="1036"/>
          <ac:spMkLst>
            <pc:docMk/>
            <pc:sldMk cId="2737382026" sldId="266"/>
            <ac:spMk id="35" creationId="{01A8BAD8-DDCA-A739-E6FE-84F9EABB2230}"/>
          </ac:spMkLst>
        </pc:spChg>
        <pc:spChg chg="mod">
          <ac:chgData name="Zanon, Julio" userId="3c36d808-1a9c-406c-9ed3-731aad3c2883" providerId="ADAL" clId="{FF39501A-A1D1-496D-B883-B14AFD3FDAFE}" dt="2026-09-03T07:44:10.431" v="897" actId="1036"/>
          <ac:spMkLst>
            <pc:docMk/>
            <pc:sldMk cId="2737382026" sldId="266"/>
            <ac:spMk id="36" creationId="{E0D9DC59-3DD1-59EB-2342-2C2A69E5CAA7}"/>
          </ac:spMkLst>
        </pc:spChg>
        <pc:spChg chg="mod">
          <ac:chgData name="Zanon, Julio" userId="3c36d808-1a9c-406c-9ed3-731aad3c2883" providerId="ADAL" clId="{FF39501A-A1D1-496D-B883-B14AFD3FDAFE}" dt="2026-09-03T07:44:10.431" v="897" actId="1036"/>
          <ac:spMkLst>
            <pc:docMk/>
            <pc:sldMk cId="2737382026" sldId="266"/>
            <ac:spMk id="38" creationId="{4FB5C329-6ECC-0428-C291-EF42431CCBB8}"/>
          </ac:spMkLst>
        </pc:spChg>
        <pc:spChg chg="mod">
          <ac:chgData name="Zanon, Julio" userId="3c36d808-1a9c-406c-9ed3-731aad3c2883" providerId="ADAL" clId="{FF39501A-A1D1-496D-B883-B14AFD3FDAFE}" dt="2026-09-03T07:44:10.431" v="897" actId="1036"/>
          <ac:spMkLst>
            <pc:docMk/>
            <pc:sldMk cId="2737382026" sldId="266"/>
            <ac:spMk id="39" creationId="{0B549757-D6D5-B66A-F3F1-5A0829FDF0B2}"/>
          </ac:spMkLst>
        </pc:spChg>
        <pc:spChg chg="mod topLvl">
          <ac:chgData name="Zanon, Julio" userId="3c36d808-1a9c-406c-9ed3-731aad3c2883" providerId="ADAL" clId="{FF39501A-A1D1-496D-B883-B14AFD3FDAFE}" dt="2026-09-03T07:43:57.870" v="856" actId="1036"/>
          <ac:spMkLst>
            <pc:docMk/>
            <pc:sldMk cId="2737382026" sldId="266"/>
            <ac:spMk id="43" creationId="{293B2081-3110-0F53-16D2-D08394A1B6CF}"/>
          </ac:spMkLst>
        </pc:spChg>
        <pc:spChg chg="mod">
          <ac:chgData name="Zanon, Julio" userId="3c36d808-1a9c-406c-9ed3-731aad3c2883" providerId="ADAL" clId="{FF39501A-A1D1-496D-B883-B14AFD3FDAFE}" dt="2026-09-03T07:43:57.870" v="856" actId="1036"/>
          <ac:spMkLst>
            <pc:docMk/>
            <pc:sldMk cId="2737382026" sldId="266"/>
            <ac:spMk id="48" creationId="{02AB6BAF-B89C-C2B0-0137-E71DAC6782C9}"/>
          </ac:spMkLst>
        </pc:spChg>
        <pc:spChg chg="mod">
          <ac:chgData name="Zanon, Julio" userId="3c36d808-1a9c-406c-9ed3-731aad3c2883" providerId="ADAL" clId="{FF39501A-A1D1-496D-B883-B14AFD3FDAFE}" dt="2026-09-03T07:43:51.397" v="833" actId="1076"/>
          <ac:spMkLst>
            <pc:docMk/>
            <pc:sldMk cId="2737382026" sldId="266"/>
            <ac:spMk id="49" creationId="{E36FAD28-97D7-A750-70B6-F6020BD81F54}"/>
          </ac:spMkLst>
        </pc:spChg>
        <pc:spChg chg="mod">
          <ac:chgData name="Zanon, Julio" userId="3c36d808-1a9c-406c-9ed3-731aad3c2883" providerId="ADAL" clId="{FF39501A-A1D1-496D-B883-B14AFD3FDAFE}" dt="2026-09-03T07:43:17.953" v="774" actId="1036"/>
          <ac:spMkLst>
            <pc:docMk/>
            <pc:sldMk cId="2737382026" sldId="266"/>
            <ac:spMk id="50" creationId="{FEA5EC11-64AC-FFE1-2F7C-44142142CA47}"/>
          </ac:spMkLst>
        </pc:spChg>
        <pc:spChg chg="mod">
          <ac:chgData name="Zanon, Julio" userId="3c36d808-1a9c-406c-9ed3-731aad3c2883" providerId="ADAL" clId="{FF39501A-A1D1-496D-B883-B14AFD3FDAFE}" dt="2026-09-03T07:42:46.683" v="756" actId="1076"/>
          <ac:spMkLst>
            <pc:docMk/>
            <pc:sldMk cId="2737382026" sldId="266"/>
            <ac:spMk id="51" creationId="{21DF4195-7155-2F1D-AE95-ADB09D96153F}"/>
          </ac:spMkLst>
        </pc:spChg>
        <pc:spChg chg="mod topLvl">
          <ac:chgData name="Zanon, Julio" userId="3c36d808-1a9c-406c-9ed3-731aad3c2883" providerId="ADAL" clId="{FF39501A-A1D1-496D-B883-B14AFD3FDAFE}" dt="2026-09-03T07:43:57.870" v="856" actId="1036"/>
          <ac:spMkLst>
            <pc:docMk/>
            <pc:sldMk cId="2737382026" sldId="266"/>
            <ac:spMk id="52" creationId="{0D651429-157E-0C9B-17F2-97FCF524AE1B}"/>
          </ac:spMkLst>
        </pc:spChg>
        <pc:spChg chg="mod">
          <ac:chgData name="Zanon, Julio" userId="3c36d808-1a9c-406c-9ed3-731aad3c2883" providerId="ADAL" clId="{FF39501A-A1D1-496D-B883-B14AFD3FDAFE}" dt="2026-09-03T07:43:57.870" v="856" actId="1036"/>
          <ac:spMkLst>
            <pc:docMk/>
            <pc:sldMk cId="2737382026" sldId="266"/>
            <ac:spMk id="53" creationId="{BB15D60E-2803-CEDE-2969-0C39C9FDF772}"/>
          </ac:spMkLst>
        </pc:spChg>
        <pc:spChg chg="mod topLvl">
          <ac:chgData name="Zanon, Julio" userId="3c36d808-1a9c-406c-9ed3-731aad3c2883" providerId="ADAL" clId="{FF39501A-A1D1-496D-B883-B14AFD3FDAFE}" dt="2026-09-03T07:38:36.002" v="754" actId="165"/>
          <ac:spMkLst>
            <pc:docMk/>
            <pc:sldMk cId="2737382026" sldId="266"/>
            <ac:spMk id="54" creationId="{0EA7C310-4E48-B65B-D437-9E2D257CBD8F}"/>
          </ac:spMkLst>
        </pc:spChg>
        <pc:spChg chg="mod">
          <ac:chgData name="Zanon, Julio" userId="3c36d808-1a9c-406c-9ed3-731aad3c2883" providerId="ADAL" clId="{FF39501A-A1D1-496D-B883-B14AFD3FDAFE}" dt="2026-09-03T07:43:57.870" v="856" actId="1036"/>
          <ac:spMkLst>
            <pc:docMk/>
            <pc:sldMk cId="2737382026" sldId="266"/>
            <ac:spMk id="55" creationId="{8DDD7EE8-9E4F-B37B-E5C2-DE96F6AEAC8C}"/>
          </ac:spMkLst>
        </pc:spChg>
        <pc:spChg chg="mod">
          <ac:chgData name="Zanon, Julio" userId="3c36d808-1a9c-406c-9ed3-731aad3c2883" providerId="ADAL" clId="{FF39501A-A1D1-496D-B883-B14AFD3FDAFE}" dt="2026-09-03T07:43:57.870" v="856" actId="1036"/>
          <ac:spMkLst>
            <pc:docMk/>
            <pc:sldMk cId="2737382026" sldId="266"/>
            <ac:spMk id="56" creationId="{71A97C06-F89C-F7EB-C2BE-47FCF78F60BD}"/>
          </ac:spMkLst>
        </pc:spChg>
        <pc:spChg chg="mod">
          <ac:chgData name="Zanon, Julio" userId="3c36d808-1a9c-406c-9ed3-731aad3c2883" providerId="ADAL" clId="{FF39501A-A1D1-496D-B883-B14AFD3FDAFE}" dt="2026-09-03T07:43:27.342" v="796" actId="1036"/>
          <ac:spMkLst>
            <pc:docMk/>
            <pc:sldMk cId="2737382026" sldId="266"/>
            <ac:spMk id="57" creationId="{72A95061-3CC6-B761-088B-B10549E82643}"/>
          </ac:spMkLst>
        </pc:spChg>
        <pc:spChg chg="mod">
          <ac:chgData name="Zanon, Julio" userId="3c36d808-1a9c-406c-9ed3-731aad3c2883" providerId="ADAL" clId="{FF39501A-A1D1-496D-B883-B14AFD3FDAFE}" dt="2026-09-03T07:43:46.011" v="832" actId="1036"/>
          <ac:spMkLst>
            <pc:docMk/>
            <pc:sldMk cId="2737382026" sldId="266"/>
            <ac:spMk id="58" creationId="{C7B6E4F5-1E66-F75E-E9D0-E91FBCEE61C3}"/>
          </ac:spMkLst>
        </pc:spChg>
        <pc:spChg chg="mod">
          <ac:chgData name="Zanon, Julio" userId="3c36d808-1a9c-406c-9ed3-731aad3c2883" providerId="ADAL" clId="{FF39501A-A1D1-496D-B883-B14AFD3FDAFE}" dt="2026-09-03T07:43:27.342" v="796" actId="1036"/>
          <ac:spMkLst>
            <pc:docMk/>
            <pc:sldMk cId="2737382026" sldId="266"/>
            <ac:spMk id="59" creationId="{3204223A-BF58-3C46-CCC2-39BFDE69AAD4}"/>
          </ac:spMkLst>
        </pc:spChg>
        <pc:spChg chg="mod">
          <ac:chgData name="Zanon, Julio" userId="3c36d808-1a9c-406c-9ed3-731aad3c2883" providerId="ADAL" clId="{FF39501A-A1D1-496D-B883-B14AFD3FDAFE}" dt="2026-09-03T07:43:27.342" v="796" actId="1036"/>
          <ac:spMkLst>
            <pc:docMk/>
            <pc:sldMk cId="2737382026" sldId="266"/>
            <ac:spMk id="60" creationId="{7CA15588-AA71-B701-D0E1-E5F2A4E6E5F7}"/>
          </ac:spMkLst>
        </pc:spChg>
        <pc:spChg chg="mod">
          <ac:chgData name="Zanon, Julio" userId="3c36d808-1a9c-406c-9ed3-731aad3c2883" providerId="ADAL" clId="{FF39501A-A1D1-496D-B883-B14AFD3FDAFE}" dt="2026-09-03T07:43:27.342" v="796" actId="1036"/>
          <ac:spMkLst>
            <pc:docMk/>
            <pc:sldMk cId="2737382026" sldId="266"/>
            <ac:spMk id="61" creationId="{E71202CA-EFBA-8290-4DA4-4248C543BEAD}"/>
          </ac:spMkLst>
        </pc:spChg>
        <pc:spChg chg="mod">
          <ac:chgData name="Zanon, Julio" userId="3c36d808-1a9c-406c-9ed3-731aad3c2883" providerId="ADAL" clId="{FF39501A-A1D1-496D-B883-B14AFD3FDAFE}" dt="2026-09-03T07:43:27.342" v="796" actId="1036"/>
          <ac:spMkLst>
            <pc:docMk/>
            <pc:sldMk cId="2737382026" sldId="266"/>
            <ac:spMk id="62" creationId="{EE1603D0-A6C3-FA7B-60AF-697F2F43F82A}"/>
          </ac:spMkLst>
        </pc:spChg>
        <pc:spChg chg="mod">
          <ac:chgData name="Zanon, Julio" userId="3c36d808-1a9c-406c-9ed3-731aad3c2883" providerId="ADAL" clId="{FF39501A-A1D1-496D-B883-B14AFD3FDAFE}" dt="2026-09-03T07:43:27.342" v="796" actId="1036"/>
          <ac:spMkLst>
            <pc:docMk/>
            <pc:sldMk cId="2737382026" sldId="266"/>
            <ac:spMk id="64" creationId="{E868A25C-3BCF-E539-1CC6-397EAF7C73D2}"/>
          </ac:spMkLst>
        </pc:spChg>
        <pc:spChg chg="mod">
          <ac:chgData name="Zanon, Julio" userId="3c36d808-1a9c-406c-9ed3-731aad3c2883" providerId="ADAL" clId="{FF39501A-A1D1-496D-B883-B14AFD3FDAFE}" dt="2026-09-03T07:43:17.953" v="774" actId="1036"/>
          <ac:spMkLst>
            <pc:docMk/>
            <pc:sldMk cId="2737382026" sldId="266"/>
            <ac:spMk id="65" creationId="{4917A9F9-4BF2-6E91-2994-1C041AD45C4F}"/>
          </ac:spMkLst>
        </pc:spChg>
        <pc:spChg chg="mod">
          <ac:chgData name="Zanon, Julio" userId="3c36d808-1a9c-406c-9ed3-731aad3c2883" providerId="ADAL" clId="{FF39501A-A1D1-496D-B883-B14AFD3FDAFE}" dt="2026-09-03T07:43:17.953" v="774" actId="1036"/>
          <ac:spMkLst>
            <pc:docMk/>
            <pc:sldMk cId="2737382026" sldId="266"/>
            <ac:spMk id="66" creationId="{E3A6DD8A-ED90-2FFB-5C08-959E591C3BA6}"/>
          </ac:spMkLst>
        </pc:spChg>
        <pc:spChg chg="mod">
          <ac:chgData name="Zanon, Julio" userId="3c36d808-1a9c-406c-9ed3-731aad3c2883" providerId="ADAL" clId="{FF39501A-A1D1-496D-B883-B14AFD3FDAFE}" dt="2026-09-03T07:43:17.953" v="774" actId="1036"/>
          <ac:spMkLst>
            <pc:docMk/>
            <pc:sldMk cId="2737382026" sldId="266"/>
            <ac:spMk id="67" creationId="{86F22752-8160-4124-19D6-47CF5DA9593E}"/>
          </ac:spMkLst>
        </pc:spChg>
        <pc:spChg chg="mod">
          <ac:chgData name="Zanon, Julio" userId="3c36d808-1a9c-406c-9ed3-731aad3c2883" providerId="ADAL" clId="{FF39501A-A1D1-496D-B883-B14AFD3FDAFE}" dt="2026-09-03T07:43:17.953" v="774" actId="1036"/>
          <ac:spMkLst>
            <pc:docMk/>
            <pc:sldMk cId="2737382026" sldId="266"/>
            <ac:spMk id="68" creationId="{E76AA191-4BDE-B612-112C-425462930848}"/>
          </ac:spMkLst>
        </pc:spChg>
        <pc:spChg chg="mod">
          <ac:chgData name="Zanon, Julio" userId="3c36d808-1a9c-406c-9ed3-731aad3c2883" providerId="ADAL" clId="{FF39501A-A1D1-496D-B883-B14AFD3FDAFE}" dt="2026-09-03T07:43:17.953" v="774" actId="1036"/>
          <ac:spMkLst>
            <pc:docMk/>
            <pc:sldMk cId="2737382026" sldId="266"/>
            <ac:spMk id="69" creationId="{0914A690-2219-7B56-E739-6B5D40CBB742}"/>
          </ac:spMkLst>
        </pc:spChg>
        <pc:spChg chg="mod topLvl">
          <ac:chgData name="Zanon, Julio" userId="3c36d808-1a9c-406c-9ed3-731aad3c2883" providerId="ADAL" clId="{FF39501A-A1D1-496D-B883-B14AFD3FDAFE}" dt="2026-09-03T07:38:36.002" v="754" actId="165"/>
          <ac:spMkLst>
            <pc:docMk/>
            <pc:sldMk cId="2737382026" sldId="266"/>
            <ac:spMk id="77" creationId="{4A85AE0A-1D12-79A0-3C64-C662CB1F33AC}"/>
          </ac:spMkLst>
        </pc:spChg>
        <pc:spChg chg="mod topLvl">
          <ac:chgData name="Zanon, Julio" userId="3c36d808-1a9c-406c-9ed3-731aad3c2883" providerId="ADAL" clId="{FF39501A-A1D1-496D-B883-B14AFD3FDAFE}" dt="2026-09-03T07:43:57.870" v="856" actId="1036"/>
          <ac:spMkLst>
            <pc:docMk/>
            <pc:sldMk cId="2737382026" sldId="266"/>
            <ac:spMk id="79" creationId="{7181DC13-CF04-6592-8C18-57DA00E23AD5}"/>
          </ac:spMkLst>
        </pc:spChg>
        <pc:spChg chg="mod">
          <ac:chgData name="Zanon, Julio" userId="3c36d808-1a9c-406c-9ed3-731aad3c2883" providerId="ADAL" clId="{FF39501A-A1D1-496D-B883-B14AFD3FDAFE}" dt="2026-09-03T07:43:17.953" v="774" actId="1036"/>
          <ac:spMkLst>
            <pc:docMk/>
            <pc:sldMk cId="2737382026" sldId="266"/>
            <ac:spMk id="81" creationId="{B7D9A2EC-A1D5-7B34-CC2C-9ED16EA3434A}"/>
          </ac:spMkLst>
        </pc:spChg>
        <pc:spChg chg="mod topLvl">
          <ac:chgData name="Zanon, Julio" userId="3c36d808-1a9c-406c-9ed3-731aad3c2883" providerId="ADAL" clId="{FF39501A-A1D1-496D-B883-B14AFD3FDAFE}" dt="2026-09-03T07:38:36.002" v="754" actId="165"/>
          <ac:spMkLst>
            <pc:docMk/>
            <pc:sldMk cId="2737382026" sldId="266"/>
            <ac:spMk id="82" creationId="{045F4D13-A9E1-D0F2-CD64-979CE4D93528}"/>
          </ac:spMkLst>
        </pc:spChg>
        <pc:spChg chg="mod">
          <ac:chgData name="Zanon, Julio" userId="3c36d808-1a9c-406c-9ed3-731aad3c2883" providerId="ADAL" clId="{FF39501A-A1D1-496D-B883-B14AFD3FDAFE}" dt="2026-09-03T07:43:57.870" v="856" actId="1036"/>
          <ac:spMkLst>
            <pc:docMk/>
            <pc:sldMk cId="2737382026" sldId="266"/>
            <ac:spMk id="83" creationId="{D99830AD-1035-BD3A-C8D5-CD79682B49E4}"/>
          </ac:spMkLst>
        </pc:spChg>
        <pc:spChg chg="mod">
          <ac:chgData name="Zanon, Julio" userId="3c36d808-1a9c-406c-9ed3-731aad3c2883" providerId="ADAL" clId="{FF39501A-A1D1-496D-B883-B14AFD3FDAFE}" dt="2026-09-03T07:43:57.870" v="856" actId="1036"/>
          <ac:spMkLst>
            <pc:docMk/>
            <pc:sldMk cId="2737382026" sldId="266"/>
            <ac:spMk id="84" creationId="{C62C890B-4688-3CB4-A028-AFCC398CBE82}"/>
          </ac:spMkLst>
        </pc:spChg>
        <pc:spChg chg="mod">
          <ac:chgData name="Zanon, Julio" userId="3c36d808-1a9c-406c-9ed3-731aad3c2883" providerId="ADAL" clId="{FF39501A-A1D1-496D-B883-B14AFD3FDAFE}" dt="2026-09-03T07:43:57.870" v="856" actId="1036"/>
          <ac:spMkLst>
            <pc:docMk/>
            <pc:sldMk cId="2737382026" sldId="266"/>
            <ac:spMk id="85" creationId="{71B0127F-AA61-1814-AB75-AD08DDD7EF15}"/>
          </ac:spMkLst>
        </pc:spChg>
        <pc:spChg chg="mod topLvl">
          <ac:chgData name="Zanon, Julio" userId="3c36d808-1a9c-406c-9ed3-731aad3c2883" providerId="ADAL" clId="{FF39501A-A1D1-496D-B883-B14AFD3FDAFE}" dt="2026-09-03T07:43:27.342" v="796" actId="1036"/>
          <ac:spMkLst>
            <pc:docMk/>
            <pc:sldMk cId="2737382026" sldId="266"/>
            <ac:spMk id="87" creationId="{30A894C0-A94E-5D71-F182-D3A7B3512C7E}"/>
          </ac:spMkLst>
        </pc:spChg>
        <pc:spChg chg="mod">
          <ac:chgData name="Zanon, Julio" userId="3c36d808-1a9c-406c-9ed3-731aad3c2883" providerId="ADAL" clId="{FF39501A-A1D1-496D-B883-B14AFD3FDAFE}" dt="2026-09-03T07:43:27.342" v="796" actId="1036"/>
          <ac:spMkLst>
            <pc:docMk/>
            <pc:sldMk cId="2737382026" sldId="266"/>
            <ac:spMk id="88" creationId="{C4F8CABD-58E2-8040-8968-7DAD3BFA401A}"/>
          </ac:spMkLst>
        </pc:spChg>
        <pc:spChg chg="mod">
          <ac:chgData name="Zanon, Julio" userId="3c36d808-1a9c-406c-9ed3-731aad3c2883" providerId="ADAL" clId="{FF39501A-A1D1-496D-B883-B14AFD3FDAFE}" dt="2026-09-03T07:43:27.342" v="796" actId="1036"/>
          <ac:spMkLst>
            <pc:docMk/>
            <pc:sldMk cId="2737382026" sldId="266"/>
            <ac:spMk id="89" creationId="{DFD2A0A1-D9DC-B935-C6C2-37B20412476D}"/>
          </ac:spMkLst>
        </pc:spChg>
        <pc:spChg chg="mod">
          <ac:chgData name="Zanon, Julio" userId="3c36d808-1a9c-406c-9ed3-731aad3c2883" providerId="ADAL" clId="{FF39501A-A1D1-496D-B883-B14AFD3FDAFE}" dt="2026-09-03T07:43:27.342" v="796" actId="1036"/>
          <ac:spMkLst>
            <pc:docMk/>
            <pc:sldMk cId="2737382026" sldId="266"/>
            <ac:spMk id="90" creationId="{06DEA14A-A981-7E73-2854-2D2F54A900DE}"/>
          </ac:spMkLst>
        </pc:spChg>
        <pc:spChg chg="mod">
          <ac:chgData name="Zanon, Julio" userId="3c36d808-1a9c-406c-9ed3-731aad3c2883" providerId="ADAL" clId="{FF39501A-A1D1-496D-B883-B14AFD3FDAFE}" dt="2026-09-03T07:43:17.953" v="774" actId="1036"/>
          <ac:spMkLst>
            <pc:docMk/>
            <pc:sldMk cId="2737382026" sldId="266"/>
            <ac:spMk id="91" creationId="{65A4E662-8C40-324D-2934-E2BEDE472D85}"/>
          </ac:spMkLst>
        </pc:spChg>
        <pc:spChg chg="mod">
          <ac:chgData name="Zanon, Julio" userId="3c36d808-1a9c-406c-9ed3-731aad3c2883" providerId="ADAL" clId="{FF39501A-A1D1-496D-B883-B14AFD3FDAFE}" dt="2026-09-03T07:43:17.953" v="774" actId="1036"/>
          <ac:spMkLst>
            <pc:docMk/>
            <pc:sldMk cId="2737382026" sldId="266"/>
            <ac:spMk id="92" creationId="{D4AF0299-4831-2156-EF88-C027F57BB8B9}"/>
          </ac:spMkLst>
        </pc:spChg>
        <pc:spChg chg="mod">
          <ac:chgData name="Zanon, Julio" userId="3c36d808-1a9c-406c-9ed3-731aad3c2883" providerId="ADAL" clId="{FF39501A-A1D1-496D-B883-B14AFD3FDAFE}" dt="2026-09-03T07:43:17.953" v="774" actId="1036"/>
          <ac:spMkLst>
            <pc:docMk/>
            <pc:sldMk cId="2737382026" sldId="266"/>
            <ac:spMk id="94" creationId="{6F72B39B-5262-FCEF-F815-52CCC46BC253}"/>
          </ac:spMkLst>
        </pc:spChg>
        <pc:grpChg chg="mod">
          <ac:chgData name="Zanon, Julio" userId="3c36d808-1a9c-406c-9ed3-731aad3c2883" providerId="ADAL" clId="{FF39501A-A1D1-496D-B883-B14AFD3FDAFE}" dt="2026-09-03T07:38:06.799" v="753" actId="1076"/>
          <ac:grpSpMkLst>
            <pc:docMk/>
            <pc:sldMk cId="2737382026" sldId="266"/>
            <ac:grpSpMk id="5" creationId="{A886CA93-E2DA-1C71-EEC4-57AF94FC19FF}"/>
          </ac:grpSpMkLst>
        </pc:grpChg>
        <pc:picChg chg="del">
          <ac:chgData name="Zanon, Julio" userId="3c36d808-1a9c-406c-9ed3-731aad3c2883" providerId="ADAL" clId="{FF39501A-A1D1-496D-B883-B14AFD3FDAFE}" dt="2026-09-03T07:45:00.424" v="932" actId="478"/>
          <ac:picMkLst>
            <pc:docMk/>
            <pc:sldMk cId="2737382026" sldId="266"/>
            <ac:picMk id="99" creationId="{94B0D95C-709A-D99D-701A-DACEE52FD0E9}"/>
          </ac:picMkLst>
        </pc:picChg>
        <pc:cxnChg chg="mod">
          <ac:chgData name="Zanon, Julio" userId="3c36d808-1a9c-406c-9ed3-731aad3c2883" providerId="ADAL" clId="{FF39501A-A1D1-496D-B883-B14AFD3FDAFE}" dt="2026-09-03T07:44:40.606" v="931" actId="1036"/>
          <ac:cxnSpMkLst>
            <pc:docMk/>
            <pc:sldMk cId="2737382026" sldId="266"/>
            <ac:cxnSpMk id="16" creationId="{1AD00641-4E05-2888-BE27-32E2AF636811}"/>
          </ac:cxnSpMkLst>
        </pc:cxnChg>
        <pc:cxnChg chg="mod">
          <ac:chgData name="Zanon, Julio" userId="3c36d808-1a9c-406c-9ed3-731aad3c2883" providerId="ADAL" clId="{FF39501A-A1D1-496D-B883-B14AFD3FDAFE}" dt="2026-09-03T07:44:40.606" v="931" actId="1036"/>
          <ac:cxnSpMkLst>
            <pc:docMk/>
            <pc:sldMk cId="2737382026" sldId="266"/>
            <ac:cxnSpMk id="19" creationId="{75A7F82F-AAFC-A8ED-F7A5-EF68D9D92A3B}"/>
          </ac:cxnSpMkLst>
        </pc:cxnChg>
        <pc:cxnChg chg="mod">
          <ac:chgData name="Zanon, Julio" userId="3c36d808-1a9c-406c-9ed3-731aad3c2883" providerId="ADAL" clId="{FF39501A-A1D1-496D-B883-B14AFD3FDAFE}" dt="2026-09-03T07:44:40.606" v="931" actId="1036"/>
          <ac:cxnSpMkLst>
            <pc:docMk/>
            <pc:sldMk cId="2737382026" sldId="266"/>
            <ac:cxnSpMk id="22" creationId="{654CA8F8-3BEE-9654-9E61-3698C5A8B455}"/>
          </ac:cxnSpMkLst>
        </pc:cxnChg>
        <pc:cxnChg chg="mod">
          <ac:chgData name="Zanon, Julio" userId="3c36d808-1a9c-406c-9ed3-731aad3c2883" providerId="ADAL" clId="{FF39501A-A1D1-496D-B883-B14AFD3FDAFE}" dt="2026-09-03T07:44:40.606" v="931" actId="1036"/>
          <ac:cxnSpMkLst>
            <pc:docMk/>
            <pc:sldMk cId="2737382026" sldId="266"/>
            <ac:cxnSpMk id="25" creationId="{3AB4DF5A-B614-720B-6E1F-C1A7C68BFA34}"/>
          </ac:cxnSpMkLst>
        </pc:cxnChg>
        <pc:cxnChg chg="mod">
          <ac:chgData name="Zanon, Julio" userId="3c36d808-1a9c-406c-9ed3-731aad3c2883" providerId="ADAL" clId="{FF39501A-A1D1-496D-B883-B14AFD3FDAFE}" dt="2026-09-03T07:44:40.606" v="931" actId="1036"/>
          <ac:cxnSpMkLst>
            <pc:docMk/>
            <pc:sldMk cId="2737382026" sldId="266"/>
            <ac:cxnSpMk id="28" creationId="{F4F7D19C-01DE-4017-9A61-F3D9A494C6EA}"/>
          </ac:cxnSpMkLst>
        </pc:cxnChg>
        <pc:cxnChg chg="mod">
          <ac:chgData name="Zanon, Julio" userId="3c36d808-1a9c-406c-9ed3-731aad3c2883" providerId="ADAL" clId="{FF39501A-A1D1-496D-B883-B14AFD3FDAFE}" dt="2026-09-03T07:44:40.606" v="931" actId="1036"/>
          <ac:cxnSpMkLst>
            <pc:docMk/>
            <pc:sldMk cId="2737382026" sldId="266"/>
            <ac:cxnSpMk id="31" creationId="{1CD9BF05-B1D1-DD46-169E-5AA6BA69991F}"/>
          </ac:cxnSpMkLst>
        </pc:cxnChg>
        <pc:cxnChg chg="mod">
          <ac:chgData name="Zanon, Julio" userId="3c36d808-1a9c-406c-9ed3-731aad3c2883" providerId="ADAL" clId="{FF39501A-A1D1-496D-B883-B14AFD3FDAFE}" dt="2026-09-03T07:44:40.606" v="931" actId="1036"/>
          <ac:cxnSpMkLst>
            <pc:docMk/>
            <pc:sldMk cId="2737382026" sldId="266"/>
            <ac:cxnSpMk id="34" creationId="{AAB4B8A0-57A4-7171-14F2-BE63B644DFC5}"/>
          </ac:cxnSpMkLst>
        </pc:cxnChg>
        <pc:cxnChg chg="mod">
          <ac:chgData name="Zanon, Julio" userId="3c36d808-1a9c-406c-9ed3-731aad3c2883" providerId="ADAL" clId="{FF39501A-A1D1-496D-B883-B14AFD3FDAFE}" dt="2026-09-03T07:44:40.606" v="931" actId="1036"/>
          <ac:cxnSpMkLst>
            <pc:docMk/>
            <pc:sldMk cId="2737382026" sldId="266"/>
            <ac:cxnSpMk id="42" creationId="{F1B5C008-9D6F-70AB-CFEF-9EE6EF07CE30}"/>
          </ac:cxnSpMkLst>
        </pc:cxnChg>
      </pc:sldChg>
      <pc:sldChg chg="addSp delSp modSp new mod ord">
        <pc:chgData name="Zanon, Julio" userId="3c36d808-1a9c-406c-9ed3-731aad3c2883" providerId="ADAL" clId="{FF39501A-A1D1-496D-B883-B14AFD3FDAFE}" dt="2026-09-03T09:59:07.574" v="2345" actId="313"/>
        <pc:sldMkLst>
          <pc:docMk/>
          <pc:sldMk cId="184103192" sldId="267"/>
        </pc:sldMkLst>
        <pc:spChg chg="mod">
          <ac:chgData name="Zanon, Julio" userId="3c36d808-1a9c-406c-9ed3-731aad3c2883" providerId="ADAL" clId="{FF39501A-A1D1-496D-B883-B14AFD3FDAFE}" dt="2026-09-03T09:59:07.574" v="2345" actId="313"/>
          <ac:spMkLst>
            <pc:docMk/>
            <pc:sldMk cId="184103192" sldId="267"/>
            <ac:spMk id="3" creationId="{72AF1147-79EC-484E-954E-BE885206A660}"/>
          </ac:spMkLst>
        </pc:spChg>
        <pc:spChg chg="mod">
          <ac:chgData name="Zanon, Julio" userId="3c36d808-1a9c-406c-9ed3-731aad3c2883" providerId="ADAL" clId="{FF39501A-A1D1-496D-B883-B14AFD3FDAFE}" dt="2026-09-03T07:37:03.177" v="747" actId="1076"/>
          <ac:spMkLst>
            <pc:docMk/>
            <pc:sldMk cId="184103192" sldId="267"/>
            <ac:spMk id="6" creationId="{F642E80E-B3FF-C77C-B487-F3034E4FF1BD}"/>
          </ac:spMkLst>
        </pc:spChg>
        <pc:spChg chg="mod topLvl">
          <ac:chgData name="Zanon, Julio" userId="3c36d808-1a9c-406c-9ed3-731aad3c2883" providerId="ADAL" clId="{FF39501A-A1D1-496D-B883-B14AFD3FDAFE}" dt="2026-09-03T07:36:52.698" v="745" actId="165"/>
          <ac:spMkLst>
            <pc:docMk/>
            <pc:sldMk cId="184103192" sldId="267"/>
            <ac:spMk id="9" creationId="{6EB48AEF-2F6D-59F5-1BB9-1B32955D7D6E}"/>
          </ac:spMkLst>
        </pc:spChg>
        <pc:spChg chg="mod topLvl">
          <ac:chgData name="Zanon, Julio" userId="3c36d808-1a9c-406c-9ed3-731aad3c2883" providerId="ADAL" clId="{FF39501A-A1D1-496D-B883-B14AFD3FDAFE}" dt="2026-09-03T07:36:52.698" v="745" actId="165"/>
          <ac:spMkLst>
            <pc:docMk/>
            <pc:sldMk cId="184103192" sldId="267"/>
            <ac:spMk id="10" creationId="{4775803F-D362-12BE-2AEB-B0D1ADCFDB8C}"/>
          </ac:spMkLst>
        </pc:spChg>
        <pc:spChg chg="mod topLvl">
          <ac:chgData name="Zanon, Julio" userId="3c36d808-1a9c-406c-9ed3-731aad3c2883" providerId="ADAL" clId="{FF39501A-A1D1-496D-B883-B14AFD3FDAFE}" dt="2026-09-03T07:36:52.698" v="745" actId="165"/>
          <ac:spMkLst>
            <pc:docMk/>
            <pc:sldMk cId="184103192" sldId="267"/>
            <ac:spMk id="14" creationId="{4163FA56-3063-067A-7BCF-F8EEFE4824CB}"/>
          </ac:spMkLst>
        </pc:spChg>
        <pc:spChg chg="mod topLvl">
          <ac:chgData name="Zanon, Julio" userId="3c36d808-1a9c-406c-9ed3-731aad3c2883" providerId="ADAL" clId="{FF39501A-A1D1-496D-B883-B14AFD3FDAFE}" dt="2026-09-03T07:36:52.698" v="745" actId="165"/>
          <ac:spMkLst>
            <pc:docMk/>
            <pc:sldMk cId="184103192" sldId="267"/>
            <ac:spMk id="15" creationId="{386992E1-EEFC-6539-3A95-CE7DFB86AC0B}"/>
          </ac:spMkLst>
        </pc:spChg>
        <pc:spChg chg="mod topLvl">
          <ac:chgData name="Zanon, Julio" userId="3c36d808-1a9c-406c-9ed3-731aad3c2883" providerId="ADAL" clId="{FF39501A-A1D1-496D-B883-B14AFD3FDAFE}" dt="2026-09-03T07:36:52.698" v="745" actId="165"/>
          <ac:spMkLst>
            <pc:docMk/>
            <pc:sldMk cId="184103192" sldId="267"/>
            <ac:spMk id="27" creationId="{BD091047-172A-2111-EACA-9ACDF51EFC2B}"/>
          </ac:spMkLst>
        </pc:spChg>
        <pc:spChg chg="mod">
          <ac:chgData name="Zanon, Julio" userId="3c36d808-1a9c-406c-9ed3-731aad3c2883" providerId="ADAL" clId="{FF39501A-A1D1-496D-B883-B14AFD3FDAFE}" dt="2026-09-03T07:37:03.177" v="747" actId="1076"/>
          <ac:spMkLst>
            <pc:docMk/>
            <pc:sldMk cId="184103192" sldId="267"/>
            <ac:spMk id="48" creationId="{2DAA5075-008B-61E5-B4B0-8112678FC512}"/>
          </ac:spMkLst>
        </pc:spChg>
        <pc:spChg chg="mod">
          <ac:chgData name="Zanon, Julio" userId="3c36d808-1a9c-406c-9ed3-731aad3c2883" providerId="ADAL" clId="{FF39501A-A1D1-496D-B883-B14AFD3FDAFE}" dt="2026-09-03T07:37:03.177" v="747" actId="1076"/>
          <ac:spMkLst>
            <pc:docMk/>
            <pc:sldMk cId="184103192" sldId="267"/>
            <ac:spMk id="49" creationId="{3044A5FB-16DC-CC23-2C72-19323D09041B}"/>
          </ac:spMkLst>
        </pc:spChg>
        <pc:spChg chg="mod">
          <ac:chgData name="Zanon, Julio" userId="3c36d808-1a9c-406c-9ed3-731aad3c2883" providerId="ADAL" clId="{FF39501A-A1D1-496D-B883-B14AFD3FDAFE}" dt="2026-09-03T07:37:03.177" v="747" actId="1076"/>
          <ac:spMkLst>
            <pc:docMk/>
            <pc:sldMk cId="184103192" sldId="267"/>
            <ac:spMk id="50" creationId="{21A56854-4D91-DB27-43E1-6E170AE96CF8}"/>
          </ac:spMkLst>
        </pc:spChg>
        <pc:spChg chg="mod topLvl">
          <ac:chgData name="Zanon, Julio" userId="3c36d808-1a9c-406c-9ed3-731aad3c2883" providerId="ADAL" clId="{FF39501A-A1D1-496D-B883-B14AFD3FDAFE}" dt="2026-09-03T07:37:07.045" v="748" actId="1076"/>
          <ac:spMkLst>
            <pc:docMk/>
            <pc:sldMk cId="184103192" sldId="267"/>
            <ac:spMk id="51" creationId="{6882DCC6-72F8-5603-1235-987E36F30EB5}"/>
          </ac:spMkLst>
        </pc:spChg>
        <pc:spChg chg="mod">
          <ac:chgData name="Zanon, Julio" userId="3c36d808-1a9c-406c-9ed3-731aad3c2883" providerId="ADAL" clId="{FF39501A-A1D1-496D-B883-B14AFD3FDAFE}" dt="2026-09-03T07:36:52.698" v="745" actId="165"/>
          <ac:spMkLst>
            <pc:docMk/>
            <pc:sldMk cId="184103192" sldId="267"/>
            <ac:spMk id="53" creationId="{1F85B472-2B24-ADD4-B2FF-D7D75B2E5DA0}"/>
          </ac:spMkLst>
        </pc:spChg>
        <pc:spChg chg="mod">
          <ac:chgData name="Zanon, Julio" userId="3c36d808-1a9c-406c-9ed3-731aad3c2883" providerId="ADAL" clId="{FF39501A-A1D1-496D-B883-B14AFD3FDAFE}" dt="2026-09-03T07:36:52.698" v="745" actId="165"/>
          <ac:spMkLst>
            <pc:docMk/>
            <pc:sldMk cId="184103192" sldId="267"/>
            <ac:spMk id="63" creationId="{1D22082B-6079-F6C2-F52D-FFCFF9D59F3D}"/>
          </ac:spMkLst>
        </pc:spChg>
        <pc:spChg chg="mod">
          <ac:chgData name="Zanon, Julio" userId="3c36d808-1a9c-406c-9ed3-731aad3c2883" providerId="ADAL" clId="{FF39501A-A1D1-496D-B883-B14AFD3FDAFE}" dt="2026-09-03T07:36:52.698" v="745" actId="165"/>
          <ac:spMkLst>
            <pc:docMk/>
            <pc:sldMk cId="184103192" sldId="267"/>
            <ac:spMk id="67" creationId="{76BA9882-BD8D-3494-05FE-F760C2B27AED}"/>
          </ac:spMkLst>
        </pc:spChg>
        <pc:spChg chg="mod">
          <ac:chgData name="Zanon, Julio" userId="3c36d808-1a9c-406c-9ed3-731aad3c2883" providerId="ADAL" clId="{FF39501A-A1D1-496D-B883-B14AFD3FDAFE}" dt="2026-09-03T07:36:52.698" v="745" actId="165"/>
          <ac:spMkLst>
            <pc:docMk/>
            <pc:sldMk cId="184103192" sldId="267"/>
            <ac:spMk id="81" creationId="{355C3486-A152-2AB6-EF81-6DAB6369D0DF}"/>
          </ac:spMkLst>
        </pc:spChg>
        <pc:grpChg chg="mod">
          <ac:chgData name="Zanon, Julio" userId="3c36d808-1a9c-406c-9ed3-731aad3c2883" providerId="ADAL" clId="{FF39501A-A1D1-496D-B883-B14AFD3FDAFE}" dt="2026-09-03T07:36:48.349" v="744" actId="1038"/>
          <ac:grpSpMkLst>
            <pc:docMk/>
            <pc:sldMk cId="184103192" sldId="267"/>
            <ac:grpSpMk id="5" creationId="{2DFB2817-09E1-BE75-D05B-8C9D14B73876}"/>
          </ac:grpSpMkLst>
        </pc:grpChg>
        <pc:grpChg chg="mod">
          <ac:chgData name="Zanon, Julio" userId="3c36d808-1a9c-406c-9ed3-731aad3c2883" providerId="ADAL" clId="{FF39501A-A1D1-496D-B883-B14AFD3FDAFE}" dt="2026-09-03T07:37:03.177" v="747" actId="1076"/>
          <ac:grpSpMkLst>
            <pc:docMk/>
            <pc:sldMk cId="184103192" sldId="267"/>
            <ac:grpSpMk id="32" creationId="{30C2BC05-7AD4-27D2-C95A-31B31F5C96EC}"/>
          </ac:grpSpMkLst>
        </pc:grpChg>
        <pc:grpChg chg="mod">
          <ac:chgData name="Zanon, Julio" userId="3c36d808-1a9c-406c-9ed3-731aad3c2883" providerId="ADAL" clId="{FF39501A-A1D1-496D-B883-B14AFD3FDAFE}" dt="2026-09-03T07:37:03.177" v="747" actId="1076"/>
          <ac:grpSpMkLst>
            <pc:docMk/>
            <pc:sldMk cId="184103192" sldId="267"/>
            <ac:grpSpMk id="35" creationId="{73338B7E-A077-8E52-C97F-53468768C22D}"/>
          </ac:grpSpMkLst>
        </pc:grpChg>
        <pc:grpChg chg="mod">
          <ac:chgData name="Zanon, Julio" userId="3c36d808-1a9c-406c-9ed3-731aad3c2883" providerId="ADAL" clId="{FF39501A-A1D1-496D-B883-B14AFD3FDAFE}" dt="2026-09-03T07:37:03.177" v="747" actId="1076"/>
          <ac:grpSpMkLst>
            <pc:docMk/>
            <pc:sldMk cId="184103192" sldId="267"/>
            <ac:grpSpMk id="47" creationId="{2F853B10-53C7-4C44-984C-57BC1AC15A93}"/>
          </ac:grpSpMkLst>
        </pc:grpChg>
        <pc:picChg chg="del">
          <ac:chgData name="Zanon, Julio" userId="3c36d808-1a9c-406c-9ed3-731aad3c2883" providerId="ADAL" clId="{FF39501A-A1D1-496D-B883-B14AFD3FDAFE}" dt="2026-09-03T07:36:55.173" v="746" actId="478"/>
          <ac:picMkLst>
            <pc:docMk/>
            <pc:sldMk cId="184103192" sldId="267"/>
            <ac:picMk id="52" creationId="{EE188FE6-7796-58A7-1360-9539593C9E72}"/>
          </ac:picMkLst>
        </pc:picChg>
      </pc:sldChg>
      <pc:sldChg chg="new del">
        <pc:chgData name="Zanon, Julio" userId="3c36d808-1a9c-406c-9ed3-731aad3c2883" providerId="ADAL" clId="{FF39501A-A1D1-496D-B883-B14AFD3FDAFE}" dt="2026-09-03T07:31:11.700" v="465" actId="47"/>
        <pc:sldMkLst>
          <pc:docMk/>
          <pc:sldMk cId="1135435244" sldId="267"/>
        </pc:sldMkLst>
      </pc:sldChg>
      <pc:sldChg chg="new del">
        <pc:chgData name="Zanon, Julio" userId="3c36d808-1a9c-406c-9ed3-731aad3c2883" providerId="ADAL" clId="{FF39501A-A1D1-496D-B883-B14AFD3FDAFE}" dt="2026-09-03T07:31:11.700" v="465" actId="47"/>
        <pc:sldMkLst>
          <pc:docMk/>
          <pc:sldMk cId="3151391328" sldId="268"/>
        </pc:sldMkLst>
      </pc:sldChg>
      <pc:sldChg chg="addSp delSp modSp new mod modNotesTx">
        <pc:chgData name="Zanon, Julio" userId="3c36d808-1a9c-406c-9ed3-731aad3c2883" providerId="ADAL" clId="{FF39501A-A1D1-496D-B883-B14AFD3FDAFE}" dt="2026-09-03T09:36:42.346" v="1657" actId="20577"/>
        <pc:sldMkLst>
          <pc:docMk/>
          <pc:sldMk cId="3797210297" sldId="268"/>
        </pc:sldMkLst>
        <pc:spChg chg="del">
          <ac:chgData name="Zanon, Julio" userId="3c36d808-1a9c-406c-9ed3-731aad3c2883" providerId="ADAL" clId="{FF39501A-A1D1-496D-B883-B14AFD3FDAFE}" dt="2026-09-03T07:45:55.834" v="940" actId="478"/>
          <ac:spMkLst>
            <pc:docMk/>
            <pc:sldMk cId="3797210297" sldId="268"/>
            <ac:spMk id="4" creationId="{666E6409-A823-4A03-B83A-35173C4F20F1}"/>
          </ac:spMkLst>
        </pc:spChg>
        <pc:spChg chg="mod topLvl">
          <ac:chgData name="Zanon, Julio" userId="3c36d808-1a9c-406c-9ed3-731aad3c2883" providerId="ADAL" clId="{FF39501A-A1D1-496D-B883-B14AFD3FDAFE}" dt="2026-09-03T07:45:59.940" v="941" actId="165"/>
          <ac:spMkLst>
            <pc:docMk/>
            <pc:sldMk cId="3797210297" sldId="268"/>
            <ac:spMk id="8" creationId="{9F82C22F-B87F-57E0-F8E1-82B0C3B77B2F}"/>
          </ac:spMkLst>
        </pc:spChg>
        <pc:spChg chg="mod topLvl">
          <ac:chgData name="Zanon, Julio" userId="3c36d808-1a9c-406c-9ed3-731aad3c2883" providerId="ADAL" clId="{FF39501A-A1D1-496D-B883-B14AFD3FDAFE}" dt="2026-09-03T07:45:59.940" v="941" actId="165"/>
          <ac:spMkLst>
            <pc:docMk/>
            <pc:sldMk cId="3797210297" sldId="268"/>
            <ac:spMk id="9" creationId="{9BDAA0A3-260C-D117-BD17-4BEACCCEA4BE}"/>
          </ac:spMkLst>
        </pc:spChg>
        <pc:spChg chg="mod topLvl">
          <ac:chgData name="Zanon, Julio" userId="3c36d808-1a9c-406c-9ed3-731aad3c2883" providerId="ADAL" clId="{FF39501A-A1D1-496D-B883-B14AFD3FDAFE}" dt="2026-09-03T07:45:59.940" v="941" actId="165"/>
          <ac:spMkLst>
            <pc:docMk/>
            <pc:sldMk cId="3797210297" sldId="268"/>
            <ac:spMk id="10" creationId="{6E1801CE-B982-4DE8-1273-2EE25BACDF5E}"/>
          </ac:spMkLst>
        </pc:spChg>
        <pc:spChg chg="mod topLvl">
          <ac:chgData name="Zanon, Julio" userId="3c36d808-1a9c-406c-9ed3-731aad3c2883" providerId="ADAL" clId="{FF39501A-A1D1-496D-B883-B14AFD3FDAFE}" dt="2026-09-03T07:45:59.940" v="941" actId="165"/>
          <ac:spMkLst>
            <pc:docMk/>
            <pc:sldMk cId="3797210297" sldId="268"/>
            <ac:spMk id="11" creationId="{497AE065-33B3-ED43-753D-233B42FDBAEC}"/>
          </ac:spMkLst>
        </pc:spChg>
        <pc:spChg chg="mod topLvl">
          <ac:chgData name="Zanon, Julio" userId="3c36d808-1a9c-406c-9ed3-731aad3c2883" providerId="ADAL" clId="{FF39501A-A1D1-496D-B883-B14AFD3FDAFE}" dt="2026-09-03T07:45:59.940" v="941" actId="165"/>
          <ac:spMkLst>
            <pc:docMk/>
            <pc:sldMk cId="3797210297" sldId="268"/>
            <ac:spMk id="12" creationId="{42154910-5BC7-333B-1A70-710B117AE0EE}"/>
          </ac:spMkLst>
        </pc:spChg>
        <pc:spChg chg="mod topLvl">
          <ac:chgData name="Zanon, Julio" userId="3c36d808-1a9c-406c-9ed3-731aad3c2883" providerId="ADAL" clId="{FF39501A-A1D1-496D-B883-B14AFD3FDAFE}" dt="2026-09-03T07:45:59.940" v="941" actId="165"/>
          <ac:spMkLst>
            <pc:docMk/>
            <pc:sldMk cId="3797210297" sldId="268"/>
            <ac:spMk id="13" creationId="{9DF3BC85-9ECB-7DC4-F5A9-46659D2B7869}"/>
          </ac:spMkLst>
        </pc:spChg>
        <pc:grpChg chg="add del mod">
          <ac:chgData name="Zanon, Julio" userId="3c36d808-1a9c-406c-9ed3-731aad3c2883" providerId="ADAL" clId="{FF39501A-A1D1-496D-B883-B14AFD3FDAFE}" dt="2026-09-03T07:45:59.940" v="941" actId="165"/>
          <ac:grpSpMkLst>
            <pc:docMk/>
            <pc:sldMk cId="3797210297" sldId="268"/>
            <ac:grpSpMk id="6" creationId="{5D377CC4-507A-CF08-878E-0AA99ABC8CD9}"/>
          </ac:grpSpMkLst>
        </pc:grpChg>
        <pc:picChg chg="mod topLvl">
          <ac:chgData name="Zanon, Julio" userId="3c36d808-1a9c-406c-9ed3-731aad3c2883" providerId="ADAL" clId="{FF39501A-A1D1-496D-B883-B14AFD3FDAFE}" dt="2026-09-03T07:45:59.940" v="941" actId="165"/>
          <ac:picMkLst>
            <pc:docMk/>
            <pc:sldMk cId="3797210297" sldId="268"/>
            <ac:picMk id="7" creationId="{7B7F38E9-35A5-03A9-4DB0-E5F7F413A853}"/>
          </ac:picMkLst>
        </pc:picChg>
        <pc:picChg chg="del mod topLvl">
          <ac:chgData name="Zanon, Julio" userId="3c36d808-1a9c-406c-9ed3-731aad3c2883" providerId="ADAL" clId="{FF39501A-A1D1-496D-B883-B14AFD3FDAFE}" dt="2026-09-03T07:46:02.949" v="942" actId="478"/>
          <ac:picMkLst>
            <pc:docMk/>
            <pc:sldMk cId="3797210297" sldId="268"/>
            <ac:picMk id="14" creationId="{B8C58382-1ADC-A501-0091-13082B10DA83}"/>
          </ac:picMkLst>
        </pc:picChg>
      </pc:sldChg>
      <pc:sldChg chg="addSp delSp modSp new mod">
        <pc:chgData name="Zanon, Julio" userId="3c36d808-1a9c-406c-9ed3-731aad3c2883" providerId="ADAL" clId="{FF39501A-A1D1-496D-B883-B14AFD3FDAFE}" dt="2026-09-03T07:47:17.352" v="953" actId="1076"/>
        <pc:sldMkLst>
          <pc:docMk/>
          <pc:sldMk cId="3718236652" sldId="269"/>
        </pc:sldMkLst>
        <pc:spChg chg="del">
          <ac:chgData name="Zanon, Julio" userId="3c36d808-1a9c-406c-9ed3-731aad3c2883" providerId="ADAL" clId="{FF39501A-A1D1-496D-B883-B14AFD3FDAFE}" dt="2026-09-03T07:47:10.670" v="951" actId="478"/>
          <ac:spMkLst>
            <pc:docMk/>
            <pc:sldMk cId="3718236652" sldId="269"/>
            <ac:spMk id="4" creationId="{428BF379-8370-1018-C7C0-72ED865E2B7C}"/>
          </ac:spMkLst>
        </pc:spChg>
        <pc:picChg chg="add del">
          <ac:chgData name="Zanon, Julio" userId="3c36d808-1a9c-406c-9ed3-731aad3c2883" providerId="ADAL" clId="{FF39501A-A1D1-496D-B883-B14AFD3FDAFE}" dt="2026-09-03T07:46:34.103" v="945" actId="22"/>
          <ac:picMkLst>
            <pc:docMk/>
            <pc:sldMk cId="3718236652" sldId="269"/>
            <ac:picMk id="7" creationId="{92E2C862-4BE3-993C-8ECF-6275163D9435}"/>
          </ac:picMkLst>
        </pc:picChg>
        <pc:picChg chg="add mod">
          <ac:chgData name="Zanon, Julio" userId="3c36d808-1a9c-406c-9ed3-731aad3c2883" providerId="ADAL" clId="{FF39501A-A1D1-496D-B883-B14AFD3FDAFE}" dt="2026-09-03T07:47:17.352" v="953" actId="1076"/>
          <ac:picMkLst>
            <pc:docMk/>
            <pc:sldMk cId="3718236652" sldId="269"/>
            <ac:picMk id="9" creationId="{59B68024-4DB5-1A64-5A97-0A739981DAEA}"/>
          </ac:picMkLst>
        </pc:picChg>
      </pc:sldChg>
      <pc:sldChg chg="new del">
        <pc:chgData name="Zanon, Julio" userId="3c36d808-1a9c-406c-9ed3-731aad3c2883" providerId="ADAL" clId="{FF39501A-A1D1-496D-B883-B14AFD3FDAFE}" dt="2026-09-03T07:31:11.700" v="465" actId="47"/>
        <pc:sldMkLst>
          <pc:docMk/>
          <pc:sldMk cId="3797621898" sldId="269"/>
        </pc:sldMkLst>
      </pc:sldChg>
      <pc:sldChg chg="addSp delSp modSp new mod">
        <pc:chgData name="Zanon, Julio" userId="3c36d808-1a9c-406c-9ed3-731aad3c2883" providerId="ADAL" clId="{FF39501A-A1D1-496D-B883-B14AFD3FDAFE}" dt="2026-09-03T07:48:13.667" v="972" actId="1076"/>
        <pc:sldMkLst>
          <pc:docMk/>
          <pc:sldMk cId="2452907035" sldId="270"/>
        </pc:sldMkLst>
        <pc:spChg chg="del">
          <ac:chgData name="Zanon, Julio" userId="3c36d808-1a9c-406c-9ed3-731aad3c2883" providerId="ADAL" clId="{FF39501A-A1D1-496D-B883-B14AFD3FDAFE}" dt="2026-09-03T07:48:01.446" v="967" actId="478"/>
          <ac:spMkLst>
            <pc:docMk/>
            <pc:sldMk cId="2452907035" sldId="270"/>
            <ac:spMk id="4" creationId="{28E8D332-F26E-FB4E-BCAB-9ECD022049F2}"/>
          </ac:spMkLst>
        </pc:spChg>
        <pc:picChg chg="add mod">
          <ac:chgData name="Zanon, Julio" userId="3c36d808-1a9c-406c-9ed3-731aad3c2883" providerId="ADAL" clId="{FF39501A-A1D1-496D-B883-B14AFD3FDAFE}" dt="2026-09-03T07:48:13.667" v="972" actId="1076"/>
          <ac:picMkLst>
            <pc:docMk/>
            <pc:sldMk cId="2452907035" sldId="270"/>
            <ac:picMk id="7" creationId="{474E8ED3-5AE4-744B-14E8-545696E129FC}"/>
          </ac:picMkLst>
        </pc:picChg>
      </pc:sldChg>
      <pc:sldChg chg="new del">
        <pc:chgData name="Zanon, Julio" userId="3c36d808-1a9c-406c-9ed3-731aad3c2883" providerId="ADAL" clId="{FF39501A-A1D1-496D-B883-B14AFD3FDAFE}" dt="2026-09-03T07:31:11.700" v="465" actId="47"/>
        <pc:sldMkLst>
          <pc:docMk/>
          <pc:sldMk cId="2739172638" sldId="270"/>
        </pc:sldMkLst>
      </pc:sldChg>
      <pc:sldChg chg="addSp delSp modSp new mod">
        <pc:chgData name="Zanon, Julio" userId="3c36d808-1a9c-406c-9ed3-731aad3c2883" providerId="ADAL" clId="{FF39501A-A1D1-496D-B883-B14AFD3FDAFE}" dt="2026-09-03T07:48:39.539" v="979" actId="1076"/>
        <pc:sldMkLst>
          <pc:docMk/>
          <pc:sldMk cId="1679535739" sldId="271"/>
        </pc:sldMkLst>
        <pc:spChg chg="del">
          <ac:chgData name="Zanon, Julio" userId="3c36d808-1a9c-406c-9ed3-731aad3c2883" providerId="ADAL" clId="{FF39501A-A1D1-496D-B883-B14AFD3FDAFE}" dt="2026-09-03T07:48:21.813" v="973" actId="478"/>
          <ac:spMkLst>
            <pc:docMk/>
            <pc:sldMk cId="1679535739" sldId="271"/>
            <ac:spMk id="4" creationId="{B1DC0247-2954-EEA3-D772-BE04738643CE}"/>
          </ac:spMkLst>
        </pc:spChg>
        <pc:picChg chg="add mod">
          <ac:chgData name="Zanon, Julio" userId="3c36d808-1a9c-406c-9ed3-731aad3c2883" providerId="ADAL" clId="{FF39501A-A1D1-496D-B883-B14AFD3FDAFE}" dt="2026-09-03T07:48:39.539" v="979" actId="1076"/>
          <ac:picMkLst>
            <pc:docMk/>
            <pc:sldMk cId="1679535739" sldId="271"/>
            <ac:picMk id="7" creationId="{C3295774-9562-680D-B055-161AA802B70C}"/>
          </ac:picMkLst>
        </pc:picChg>
      </pc:sldChg>
      <pc:sldChg chg="new del">
        <pc:chgData name="Zanon, Julio" userId="3c36d808-1a9c-406c-9ed3-731aad3c2883" providerId="ADAL" clId="{FF39501A-A1D1-496D-B883-B14AFD3FDAFE}" dt="2026-09-03T07:31:11.700" v="465" actId="47"/>
        <pc:sldMkLst>
          <pc:docMk/>
          <pc:sldMk cId="1978187850" sldId="271"/>
        </pc:sldMkLst>
      </pc:sldChg>
      <pc:sldChg chg="addSp delSp modSp new mod">
        <pc:chgData name="Zanon, Julio" userId="3c36d808-1a9c-406c-9ed3-731aad3c2883" providerId="ADAL" clId="{FF39501A-A1D1-496D-B883-B14AFD3FDAFE}" dt="2026-09-03T07:49:20.604" v="992" actId="1037"/>
        <pc:sldMkLst>
          <pc:docMk/>
          <pc:sldMk cId="1574495679" sldId="272"/>
        </pc:sldMkLst>
        <pc:spChg chg="del">
          <ac:chgData name="Zanon, Julio" userId="3c36d808-1a9c-406c-9ed3-731aad3c2883" providerId="ADAL" clId="{FF39501A-A1D1-496D-B883-B14AFD3FDAFE}" dt="2026-09-03T07:48:48.660" v="980" actId="478"/>
          <ac:spMkLst>
            <pc:docMk/>
            <pc:sldMk cId="1574495679" sldId="272"/>
            <ac:spMk id="4" creationId="{62917EB9-99EC-0D6A-38C8-CF6380995D66}"/>
          </ac:spMkLst>
        </pc:spChg>
        <pc:spChg chg="mod">
          <ac:chgData name="Zanon, Julio" userId="3c36d808-1a9c-406c-9ed3-731aad3c2883" providerId="ADAL" clId="{FF39501A-A1D1-496D-B883-B14AFD3FDAFE}" dt="2026-09-03T07:48:49.833" v="981"/>
          <ac:spMkLst>
            <pc:docMk/>
            <pc:sldMk cId="1574495679" sldId="272"/>
            <ac:spMk id="8" creationId="{11B98BA6-382E-DDFD-BEA1-368C17579740}"/>
          </ac:spMkLst>
        </pc:spChg>
        <pc:spChg chg="mod">
          <ac:chgData name="Zanon, Julio" userId="3c36d808-1a9c-406c-9ed3-731aad3c2883" providerId="ADAL" clId="{FF39501A-A1D1-496D-B883-B14AFD3FDAFE}" dt="2026-09-03T07:48:49.833" v="981"/>
          <ac:spMkLst>
            <pc:docMk/>
            <pc:sldMk cId="1574495679" sldId="272"/>
            <ac:spMk id="9" creationId="{DFE7C9E0-3E20-1388-0805-A0E88EEE195F}"/>
          </ac:spMkLst>
        </pc:spChg>
        <pc:grpChg chg="add mod">
          <ac:chgData name="Zanon, Julio" userId="3c36d808-1a9c-406c-9ed3-731aad3c2883" providerId="ADAL" clId="{FF39501A-A1D1-496D-B883-B14AFD3FDAFE}" dt="2026-09-03T07:49:20.604" v="992" actId="1037"/>
          <ac:grpSpMkLst>
            <pc:docMk/>
            <pc:sldMk cId="1574495679" sldId="272"/>
            <ac:grpSpMk id="6" creationId="{B1836E70-AEA6-335C-B238-072A6824232E}"/>
          </ac:grpSpMkLst>
        </pc:grpChg>
        <pc:picChg chg="mod">
          <ac:chgData name="Zanon, Julio" userId="3c36d808-1a9c-406c-9ed3-731aad3c2883" providerId="ADAL" clId="{FF39501A-A1D1-496D-B883-B14AFD3FDAFE}" dt="2026-09-03T07:48:49.833" v="981"/>
          <ac:picMkLst>
            <pc:docMk/>
            <pc:sldMk cId="1574495679" sldId="272"/>
            <ac:picMk id="7" creationId="{AB1F778A-46FF-B1BB-6509-361756CC8519}"/>
          </ac:picMkLst>
        </pc:picChg>
        <pc:picChg chg="mod">
          <ac:chgData name="Zanon, Julio" userId="3c36d808-1a9c-406c-9ed3-731aad3c2883" providerId="ADAL" clId="{FF39501A-A1D1-496D-B883-B14AFD3FDAFE}" dt="2026-09-03T07:48:49.833" v="981"/>
          <ac:picMkLst>
            <pc:docMk/>
            <pc:sldMk cId="1574495679" sldId="272"/>
            <ac:picMk id="10" creationId="{0091F806-973B-A14A-FB92-CBDD5222224B}"/>
          </ac:picMkLst>
        </pc:picChg>
      </pc:sldChg>
      <pc:sldChg chg="new del">
        <pc:chgData name="Zanon, Julio" userId="3c36d808-1a9c-406c-9ed3-731aad3c2883" providerId="ADAL" clId="{FF39501A-A1D1-496D-B883-B14AFD3FDAFE}" dt="2026-09-03T07:49:47.916" v="993" actId="47"/>
        <pc:sldMkLst>
          <pc:docMk/>
          <pc:sldMk cId="2185820309" sldId="273"/>
        </pc:sldMkLst>
      </pc:sldChg>
      <pc:sldChg chg="addSp delSp modSp new mod ord">
        <pc:chgData name="Zanon, Julio" userId="3c36d808-1a9c-406c-9ed3-731aad3c2883" providerId="ADAL" clId="{FF39501A-A1D1-496D-B883-B14AFD3FDAFE}" dt="2026-09-03T07:47:53.400" v="966"/>
        <pc:sldMkLst>
          <pc:docMk/>
          <pc:sldMk cId="1455946969" sldId="274"/>
        </pc:sldMkLst>
        <pc:spChg chg="del">
          <ac:chgData name="Zanon, Julio" userId="3c36d808-1a9c-406c-9ed3-731aad3c2883" providerId="ADAL" clId="{FF39501A-A1D1-496D-B883-B14AFD3FDAFE}" dt="2026-09-03T07:47:40.085" v="961" actId="478"/>
          <ac:spMkLst>
            <pc:docMk/>
            <pc:sldMk cId="1455946969" sldId="274"/>
            <ac:spMk id="4" creationId="{E1161A3C-145F-F251-983E-451C8C686AED}"/>
          </ac:spMkLst>
        </pc:spChg>
        <pc:picChg chg="add mod">
          <ac:chgData name="Zanon, Julio" userId="3c36d808-1a9c-406c-9ed3-731aad3c2883" providerId="ADAL" clId="{FF39501A-A1D1-496D-B883-B14AFD3FDAFE}" dt="2026-09-03T07:47:50.630" v="964" actId="1076"/>
          <ac:picMkLst>
            <pc:docMk/>
            <pc:sldMk cId="1455946969" sldId="274"/>
            <ac:picMk id="7" creationId="{EA0F1097-06D1-81A6-9B5A-234ECBCB8694}"/>
          </ac:picMkLst>
        </pc:picChg>
      </pc:sldChg>
      <pc:sldChg chg="addSp modSp new del mod">
        <pc:chgData name="Zanon, Julio" userId="3c36d808-1a9c-406c-9ed3-731aad3c2883" providerId="ADAL" clId="{FF39501A-A1D1-496D-B883-B14AFD3FDAFE}" dt="2026-09-03T07:58:52.077" v="1042" actId="47"/>
        <pc:sldMkLst>
          <pc:docMk/>
          <pc:sldMk cId="2156793135" sldId="275"/>
        </pc:sldMkLst>
        <pc:spChg chg="mod">
          <ac:chgData name="Zanon, Julio" userId="3c36d808-1a9c-406c-9ed3-731aad3c2883" providerId="ADAL" clId="{FF39501A-A1D1-496D-B883-B14AFD3FDAFE}" dt="2026-09-03T07:50:01.227" v="995"/>
          <ac:spMkLst>
            <pc:docMk/>
            <pc:sldMk cId="2156793135" sldId="275"/>
            <ac:spMk id="20" creationId="{A12A95DA-618B-B2F0-B326-9FB4A935C5EA}"/>
          </ac:spMkLst>
        </pc:spChg>
        <pc:spChg chg="mod">
          <ac:chgData name="Zanon, Julio" userId="3c36d808-1a9c-406c-9ed3-731aad3c2883" providerId="ADAL" clId="{FF39501A-A1D1-496D-B883-B14AFD3FDAFE}" dt="2026-09-03T07:50:13.504" v="998" actId="1076"/>
          <ac:spMkLst>
            <pc:docMk/>
            <pc:sldMk cId="2156793135" sldId="275"/>
            <ac:spMk id="21" creationId="{18169CBC-ED40-261C-C14E-4866B4CA4ADE}"/>
          </ac:spMkLst>
        </pc:spChg>
        <pc:spChg chg="mod">
          <ac:chgData name="Zanon, Julio" userId="3c36d808-1a9c-406c-9ed3-731aad3c2883" providerId="ADAL" clId="{FF39501A-A1D1-496D-B883-B14AFD3FDAFE}" dt="2026-09-03T07:50:01.227" v="995"/>
          <ac:spMkLst>
            <pc:docMk/>
            <pc:sldMk cId="2156793135" sldId="275"/>
            <ac:spMk id="22" creationId="{28CD6AB6-7291-01D7-EEA4-778FD98B6AF4}"/>
          </ac:spMkLst>
        </pc:spChg>
        <pc:spChg chg="mod">
          <ac:chgData name="Zanon, Julio" userId="3c36d808-1a9c-406c-9ed3-731aad3c2883" providerId="ADAL" clId="{FF39501A-A1D1-496D-B883-B14AFD3FDAFE}" dt="2026-09-03T07:50:01.227" v="995"/>
          <ac:spMkLst>
            <pc:docMk/>
            <pc:sldMk cId="2156793135" sldId="275"/>
            <ac:spMk id="23" creationId="{18A5DC5C-DAD7-DA81-5CB9-AAA8E9828758}"/>
          </ac:spMkLst>
        </pc:spChg>
        <pc:spChg chg="mod">
          <ac:chgData name="Zanon, Julio" userId="3c36d808-1a9c-406c-9ed3-731aad3c2883" providerId="ADAL" clId="{FF39501A-A1D1-496D-B883-B14AFD3FDAFE}" dt="2026-09-03T07:50:01.227" v="995"/>
          <ac:spMkLst>
            <pc:docMk/>
            <pc:sldMk cId="2156793135" sldId="275"/>
            <ac:spMk id="31" creationId="{D0519537-9679-8156-6539-205B09377098}"/>
          </ac:spMkLst>
        </pc:spChg>
        <pc:spChg chg="mod">
          <ac:chgData name="Zanon, Julio" userId="3c36d808-1a9c-406c-9ed3-731aad3c2883" providerId="ADAL" clId="{FF39501A-A1D1-496D-B883-B14AFD3FDAFE}" dt="2026-09-03T07:50:01.227" v="995"/>
          <ac:spMkLst>
            <pc:docMk/>
            <pc:sldMk cId="2156793135" sldId="275"/>
            <ac:spMk id="36" creationId="{E935BA5D-CC20-4EF3-2627-9B9DE8D5AAAD}"/>
          </ac:spMkLst>
        </pc:spChg>
        <pc:spChg chg="mod">
          <ac:chgData name="Zanon, Julio" userId="3c36d808-1a9c-406c-9ed3-731aad3c2883" providerId="ADAL" clId="{FF39501A-A1D1-496D-B883-B14AFD3FDAFE}" dt="2026-09-03T07:50:01.227" v="995"/>
          <ac:spMkLst>
            <pc:docMk/>
            <pc:sldMk cId="2156793135" sldId="275"/>
            <ac:spMk id="37" creationId="{5154523D-AA5B-38EC-C968-026851126244}"/>
          </ac:spMkLst>
        </pc:spChg>
        <pc:spChg chg="mod">
          <ac:chgData name="Zanon, Julio" userId="3c36d808-1a9c-406c-9ed3-731aad3c2883" providerId="ADAL" clId="{FF39501A-A1D1-496D-B883-B14AFD3FDAFE}" dt="2026-09-03T07:50:01.227" v="995"/>
          <ac:spMkLst>
            <pc:docMk/>
            <pc:sldMk cId="2156793135" sldId="275"/>
            <ac:spMk id="43" creationId="{9EC649DC-D06F-DB46-6850-F5D07FA444B4}"/>
          </ac:spMkLst>
        </pc:spChg>
        <pc:spChg chg="mod">
          <ac:chgData name="Zanon, Julio" userId="3c36d808-1a9c-406c-9ed3-731aad3c2883" providerId="ADAL" clId="{FF39501A-A1D1-496D-B883-B14AFD3FDAFE}" dt="2026-09-03T07:50:01.227" v="995"/>
          <ac:spMkLst>
            <pc:docMk/>
            <pc:sldMk cId="2156793135" sldId="275"/>
            <ac:spMk id="46" creationId="{E42035FB-0AF9-FEF1-6E5F-0A74C199B3EA}"/>
          </ac:spMkLst>
        </pc:spChg>
        <pc:spChg chg="mod">
          <ac:chgData name="Zanon, Julio" userId="3c36d808-1a9c-406c-9ed3-731aad3c2883" providerId="ADAL" clId="{FF39501A-A1D1-496D-B883-B14AFD3FDAFE}" dt="2026-09-03T07:50:01.227" v="995"/>
          <ac:spMkLst>
            <pc:docMk/>
            <pc:sldMk cId="2156793135" sldId="275"/>
            <ac:spMk id="64" creationId="{3341E082-E70B-FFCA-F421-7E73C2B47B78}"/>
          </ac:spMkLst>
        </pc:spChg>
        <pc:spChg chg="mod">
          <ac:chgData name="Zanon, Julio" userId="3c36d808-1a9c-406c-9ed3-731aad3c2883" providerId="ADAL" clId="{FF39501A-A1D1-496D-B883-B14AFD3FDAFE}" dt="2026-09-03T07:50:01.227" v="995"/>
          <ac:spMkLst>
            <pc:docMk/>
            <pc:sldMk cId="2156793135" sldId="275"/>
            <ac:spMk id="72" creationId="{FC2CCC4E-B386-7526-D154-F112583EBB76}"/>
          </ac:spMkLst>
        </pc:spChg>
        <pc:spChg chg="mod">
          <ac:chgData name="Zanon, Julio" userId="3c36d808-1a9c-406c-9ed3-731aad3c2883" providerId="ADAL" clId="{FF39501A-A1D1-496D-B883-B14AFD3FDAFE}" dt="2026-09-03T07:50:03.430" v="996"/>
          <ac:spMkLst>
            <pc:docMk/>
            <pc:sldMk cId="2156793135" sldId="275"/>
            <ac:spMk id="112" creationId="{9D6FB2D3-DF3C-5CDD-BFFD-C0E83FB72531}"/>
          </ac:spMkLst>
        </pc:spChg>
        <pc:spChg chg="mod">
          <ac:chgData name="Zanon, Julio" userId="3c36d808-1a9c-406c-9ed3-731aad3c2883" providerId="ADAL" clId="{FF39501A-A1D1-496D-B883-B14AFD3FDAFE}" dt="2026-09-03T07:50:03.430" v="996"/>
          <ac:spMkLst>
            <pc:docMk/>
            <pc:sldMk cId="2156793135" sldId="275"/>
            <ac:spMk id="113" creationId="{8F9FE558-A8E8-DD26-D8D1-A52BF5017766}"/>
          </ac:spMkLst>
        </pc:spChg>
        <pc:spChg chg="mod">
          <ac:chgData name="Zanon, Julio" userId="3c36d808-1a9c-406c-9ed3-731aad3c2883" providerId="ADAL" clId="{FF39501A-A1D1-496D-B883-B14AFD3FDAFE}" dt="2026-09-03T07:50:03.430" v="996"/>
          <ac:spMkLst>
            <pc:docMk/>
            <pc:sldMk cId="2156793135" sldId="275"/>
            <ac:spMk id="119" creationId="{B0B26705-DFD0-9C54-D960-28CF7EF4FDB9}"/>
          </ac:spMkLst>
        </pc:spChg>
        <pc:spChg chg="mod">
          <ac:chgData name="Zanon, Julio" userId="3c36d808-1a9c-406c-9ed3-731aad3c2883" providerId="ADAL" clId="{FF39501A-A1D1-496D-B883-B14AFD3FDAFE}" dt="2026-09-03T07:50:03.430" v="996"/>
          <ac:spMkLst>
            <pc:docMk/>
            <pc:sldMk cId="2156793135" sldId="275"/>
            <ac:spMk id="122" creationId="{EC15B016-A9A1-C9CD-369D-D60AA54EB47F}"/>
          </ac:spMkLst>
        </pc:spChg>
        <pc:spChg chg="mod">
          <ac:chgData name="Zanon, Julio" userId="3c36d808-1a9c-406c-9ed3-731aad3c2883" providerId="ADAL" clId="{FF39501A-A1D1-496D-B883-B14AFD3FDAFE}" dt="2026-09-03T07:50:03.430" v="996"/>
          <ac:spMkLst>
            <pc:docMk/>
            <pc:sldMk cId="2156793135" sldId="275"/>
            <ac:spMk id="126" creationId="{CA3921ED-E80F-8F02-E65E-8566F741E8B0}"/>
          </ac:spMkLst>
        </pc:spChg>
        <pc:spChg chg="mod">
          <ac:chgData name="Zanon, Julio" userId="3c36d808-1a9c-406c-9ed3-731aad3c2883" providerId="ADAL" clId="{FF39501A-A1D1-496D-B883-B14AFD3FDAFE}" dt="2026-09-03T07:50:03.430" v="996"/>
          <ac:spMkLst>
            <pc:docMk/>
            <pc:sldMk cId="2156793135" sldId="275"/>
            <ac:spMk id="128" creationId="{80245306-6D1C-F0B8-9229-4110249B6D02}"/>
          </ac:spMkLst>
        </pc:spChg>
        <pc:spChg chg="mod">
          <ac:chgData name="Zanon, Julio" userId="3c36d808-1a9c-406c-9ed3-731aad3c2883" providerId="ADAL" clId="{FF39501A-A1D1-496D-B883-B14AFD3FDAFE}" dt="2026-09-03T07:50:03.430" v="996"/>
          <ac:spMkLst>
            <pc:docMk/>
            <pc:sldMk cId="2156793135" sldId="275"/>
            <ac:spMk id="145" creationId="{4979586F-7AF7-2420-BBCB-76CBF0D8FC53}"/>
          </ac:spMkLst>
        </pc:spChg>
        <pc:spChg chg="mod">
          <ac:chgData name="Zanon, Julio" userId="3c36d808-1a9c-406c-9ed3-731aad3c2883" providerId="ADAL" clId="{FF39501A-A1D1-496D-B883-B14AFD3FDAFE}" dt="2026-09-03T07:50:03.430" v="996"/>
          <ac:spMkLst>
            <pc:docMk/>
            <pc:sldMk cId="2156793135" sldId="275"/>
            <ac:spMk id="149" creationId="{BE4AD087-5660-C101-DF64-8DF9075773BE}"/>
          </ac:spMkLst>
        </pc:spChg>
        <pc:spChg chg="mod">
          <ac:chgData name="Zanon, Julio" userId="3c36d808-1a9c-406c-9ed3-731aad3c2883" providerId="ADAL" clId="{FF39501A-A1D1-496D-B883-B14AFD3FDAFE}" dt="2026-09-03T07:50:03.430" v="996"/>
          <ac:spMkLst>
            <pc:docMk/>
            <pc:sldMk cId="2156793135" sldId="275"/>
            <ac:spMk id="151" creationId="{718BBB8E-EBE4-CB5C-61BB-2F15B05D14A6}"/>
          </ac:spMkLst>
        </pc:spChg>
        <pc:spChg chg="mod">
          <ac:chgData name="Zanon, Julio" userId="3c36d808-1a9c-406c-9ed3-731aad3c2883" providerId="ADAL" clId="{FF39501A-A1D1-496D-B883-B14AFD3FDAFE}" dt="2026-09-03T07:50:03.430" v="996"/>
          <ac:spMkLst>
            <pc:docMk/>
            <pc:sldMk cId="2156793135" sldId="275"/>
            <ac:spMk id="152" creationId="{FD3D4A8B-7C06-4CB7-A2DB-11A32F990E0B}"/>
          </ac:spMkLst>
        </pc:spChg>
        <pc:spChg chg="mod">
          <ac:chgData name="Zanon, Julio" userId="3c36d808-1a9c-406c-9ed3-731aad3c2883" providerId="ADAL" clId="{FF39501A-A1D1-496D-B883-B14AFD3FDAFE}" dt="2026-09-03T07:50:21.686" v="999"/>
          <ac:spMkLst>
            <pc:docMk/>
            <pc:sldMk cId="2156793135" sldId="275"/>
            <ac:spMk id="173" creationId="{CC348E20-5640-D0B7-9B5C-1B369127316A}"/>
          </ac:spMkLst>
        </pc:spChg>
        <pc:spChg chg="mod">
          <ac:chgData name="Zanon, Julio" userId="3c36d808-1a9c-406c-9ed3-731aad3c2883" providerId="ADAL" clId="{FF39501A-A1D1-496D-B883-B14AFD3FDAFE}" dt="2026-09-03T07:50:21.686" v="999"/>
          <ac:spMkLst>
            <pc:docMk/>
            <pc:sldMk cId="2156793135" sldId="275"/>
            <ac:spMk id="182" creationId="{011EA36C-C9C3-BE82-8FD8-FDC36401E274}"/>
          </ac:spMkLst>
        </pc:spChg>
        <pc:spChg chg="mod">
          <ac:chgData name="Zanon, Julio" userId="3c36d808-1a9c-406c-9ed3-731aad3c2883" providerId="ADAL" clId="{FF39501A-A1D1-496D-B883-B14AFD3FDAFE}" dt="2026-09-03T07:50:21.686" v="999"/>
          <ac:spMkLst>
            <pc:docMk/>
            <pc:sldMk cId="2156793135" sldId="275"/>
            <ac:spMk id="190" creationId="{6DD27B11-8854-D698-6703-2AD55A3092BD}"/>
          </ac:spMkLst>
        </pc:spChg>
        <pc:spChg chg="mod">
          <ac:chgData name="Zanon, Julio" userId="3c36d808-1a9c-406c-9ed3-731aad3c2883" providerId="ADAL" clId="{FF39501A-A1D1-496D-B883-B14AFD3FDAFE}" dt="2026-09-03T07:50:21.686" v="999"/>
          <ac:spMkLst>
            <pc:docMk/>
            <pc:sldMk cId="2156793135" sldId="275"/>
            <ac:spMk id="195" creationId="{5FFCECF5-CDB9-8C69-AA9D-C637C603CA66}"/>
          </ac:spMkLst>
        </pc:spChg>
        <pc:spChg chg="mod">
          <ac:chgData name="Zanon, Julio" userId="3c36d808-1a9c-406c-9ed3-731aad3c2883" providerId="ADAL" clId="{FF39501A-A1D1-496D-B883-B14AFD3FDAFE}" dt="2026-09-03T07:50:21.686" v="999"/>
          <ac:spMkLst>
            <pc:docMk/>
            <pc:sldMk cId="2156793135" sldId="275"/>
            <ac:spMk id="197" creationId="{8FA25F7A-EF3F-CF3B-E392-3A59160F48BB}"/>
          </ac:spMkLst>
        </pc:spChg>
        <pc:spChg chg="mod">
          <ac:chgData name="Zanon, Julio" userId="3c36d808-1a9c-406c-9ed3-731aad3c2883" providerId="ADAL" clId="{FF39501A-A1D1-496D-B883-B14AFD3FDAFE}" dt="2026-09-03T07:50:21.686" v="999"/>
          <ac:spMkLst>
            <pc:docMk/>
            <pc:sldMk cId="2156793135" sldId="275"/>
            <ac:spMk id="198" creationId="{B9ACFB9B-A124-37B8-6CC8-01A19BBFEC61}"/>
          </ac:spMkLst>
        </pc:spChg>
        <pc:spChg chg="mod">
          <ac:chgData name="Zanon, Julio" userId="3c36d808-1a9c-406c-9ed3-731aad3c2883" providerId="ADAL" clId="{FF39501A-A1D1-496D-B883-B14AFD3FDAFE}" dt="2026-09-03T07:50:21.686" v="999"/>
          <ac:spMkLst>
            <pc:docMk/>
            <pc:sldMk cId="2156793135" sldId="275"/>
            <ac:spMk id="202" creationId="{AF784500-C97F-40DD-0A7A-71152575D57F}"/>
          </ac:spMkLst>
        </pc:spChg>
        <pc:spChg chg="mod">
          <ac:chgData name="Zanon, Julio" userId="3c36d808-1a9c-406c-9ed3-731aad3c2883" providerId="ADAL" clId="{FF39501A-A1D1-496D-B883-B14AFD3FDAFE}" dt="2026-09-03T07:50:21.686" v="999"/>
          <ac:spMkLst>
            <pc:docMk/>
            <pc:sldMk cId="2156793135" sldId="275"/>
            <ac:spMk id="211" creationId="{7F103A73-6157-0880-4E5F-28ADC114DABF}"/>
          </ac:spMkLst>
        </pc:spChg>
        <pc:spChg chg="mod">
          <ac:chgData name="Zanon, Julio" userId="3c36d808-1a9c-406c-9ed3-731aad3c2883" providerId="ADAL" clId="{FF39501A-A1D1-496D-B883-B14AFD3FDAFE}" dt="2026-09-03T07:50:21.686" v="999"/>
          <ac:spMkLst>
            <pc:docMk/>
            <pc:sldMk cId="2156793135" sldId="275"/>
            <ac:spMk id="234" creationId="{88707D2A-F1D6-4E56-C413-222E5F486400}"/>
          </ac:spMkLst>
        </pc:spChg>
        <pc:spChg chg="mod">
          <ac:chgData name="Zanon, Julio" userId="3c36d808-1a9c-406c-9ed3-731aad3c2883" providerId="ADAL" clId="{FF39501A-A1D1-496D-B883-B14AFD3FDAFE}" dt="2026-09-03T07:50:21.686" v="999"/>
          <ac:spMkLst>
            <pc:docMk/>
            <pc:sldMk cId="2156793135" sldId="275"/>
            <ac:spMk id="236" creationId="{F8F73C16-E4CA-DFF4-E0E2-B0E44175D4A3}"/>
          </ac:spMkLst>
        </pc:spChg>
      </pc:sldChg>
      <pc:sldChg chg="addSp delSp modSp new mod modNotesTx">
        <pc:chgData name="Zanon, Julio" userId="3c36d808-1a9c-406c-9ed3-731aad3c2883" providerId="ADAL" clId="{FF39501A-A1D1-496D-B883-B14AFD3FDAFE}" dt="2026-09-03T09:44:53.715" v="1798" actId="113"/>
        <pc:sldMkLst>
          <pc:docMk/>
          <pc:sldMk cId="2173162840" sldId="276"/>
        </pc:sldMkLst>
        <pc:spChg chg="del mod">
          <ac:chgData name="Zanon, Julio" userId="3c36d808-1a9c-406c-9ed3-731aad3c2883" providerId="ADAL" clId="{FF39501A-A1D1-496D-B883-B14AFD3FDAFE}" dt="2026-09-03T07:51:30.465" v="1014" actId="478"/>
          <ac:spMkLst>
            <pc:docMk/>
            <pc:sldMk cId="2173162840" sldId="276"/>
            <ac:spMk id="4" creationId="{8DD2942C-F050-BEB0-05AD-3D823A4EB5C2}"/>
          </ac:spMkLst>
        </pc:spChg>
        <pc:spChg chg="mod topLvl">
          <ac:chgData name="Zanon, Julio" userId="3c36d808-1a9c-406c-9ed3-731aad3c2883" providerId="ADAL" clId="{FF39501A-A1D1-496D-B883-B14AFD3FDAFE}" dt="2026-09-03T07:51:20.174" v="1011" actId="165"/>
          <ac:spMkLst>
            <pc:docMk/>
            <pc:sldMk cId="2173162840" sldId="276"/>
            <ac:spMk id="18" creationId="{16C4B869-A0A6-A61F-A970-C620A710D910}"/>
          </ac:spMkLst>
        </pc:spChg>
        <pc:spChg chg="mod topLvl">
          <ac:chgData name="Zanon, Julio" userId="3c36d808-1a9c-406c-9ed3-731aad3c2883" providerId="ADAL" clId="{FF39501A-A1D1-496D-B883-B14AFD3FDAFE}" dt="2026-09-03T07:51:20.174" v="1011" actId="165"/>
          <ac:spMkLst>
            <pc:docMk/>
            <pc:sldMk cId="2173162840" sldId="276"/>
            <ac:spMk id="19" creationId="{E90D0AA9-B3FB-AFDA-6FFB-80A77AD11DEA}"/>
          </ac:spMkLst>
        </pc:spChg>
        <pc:spChg chg="mod topLvl">
          <ac:chgData name="Zanon, Julio" userId="3c36d808-1a9c-406c-9ed3-731aad3c2883" providerId="ADAL" clId="{FF39501A-A1D1-496D-B883-B14AFD3FDAFE}" dt="2026-09-03T07:51:20.174" v="1011" actId="165"/>
          <ac:spMkLst>
            <pc:docMk/>
            <pc:sldMk cId="2173162840" sldId="276"/>
            <ac:spMk id="21" creationId="{F8387607-3B1F-C28C-B95C-AF44D5005843}"/>
          </ac:spMkLst>
        </pc:spChg>
        <pc:spChg chg="mod topLvl">
          <ac:chgData name="Zanon, Julio" userId="3c36d808-1a9c-406c-9ed3-731aad3c2883" providerId="ADAL" clId="{FF39501A-A1D1-496D-B883-B14AFD3FDAFE}" dt="2026-09-03T07:51:20.174" v="1011" actId="165"/>
          <ac:spMkLst>
            <pc:docMk/>
            <pc:sldMk cId="2173162840" sldId="276"/>
            <ac:spMk id="22" creationId="{97FDA822-7271-ADD5-A333-9A26E82EE6EC}"/>
          </ac:spMkLst>
        </pc:spChg>
        <pc:spChg chg="mod topLvl">
          <ac:chgData name="Zanon, Julio" userId="3c36d808-1a9c-406c-9ed3-731aad3c2883" providerId="ADAL" clId="{FF39501A-A1D1-496D-B883-B14AFD3FDAFE}" dt="2026-09-03T07:51:20.174" v="1011" actId="165"/>
          <ac:spMkLst>
            <pc:docMk/>
            <pc:sldMk cId="2173162840" sldId="276"/>
            <ac:spMk id="43" creationId="{1C8F4951-A68D-4E15-E370-D498C28723F4}"/>
          </ac:spMkLst>
        </pc:spChg>
        <pc:spChg chg="mod topLvl">
          <ac:chgData name="Zanon, Julio" userId="3c36d808-1a9c-406c-9ed3-731aad3c2883" providerId="ADAL" clId="{FF39501A-A1D1-496D-B883-B14AFD3FDAFE}" dt="2026-09-03T07:51:20.174" v="1011" actId="165"/>
          <ac:spMkLst>
            <pc:docMk/>
            <pc:sldMk cId="2173162840" sldId="276"/>
            <ac:spMk id="48" creationId="{A9ABEAE9-AFD3-5372-8671-B5BDAE5AFB68}"/>
          </ac:spMkLst>
        </pc:spChg>
        <pc:spChg chg="mod topLvl">
          <ac:chgData name="Zanon, Julio" userId="3c36d808-1a9c-406c-9ed3-731aad3c2883" providerId="ADAL" clId="{FF39501A-A1D1-496D-B883-B14AFD3FDAFE}" dt="2026-09-03T07:51:20.174" v="1011" actId="165"/>
          <ac:spMkLst>
            <pc:docMk/>
            <pc:sldMk cId="2173162840" sldId="276"/>
            <ac:spMk id="61" creationId="{608995E4-7C83-7FA3-B65D-2C0B55163C55}"/>
          </ac:spMkLst>
        </pc:spChg>
        <pc:spChg chg="mod topLvl">
          <ac:chgData name="Zanon, Julio" userId="3c36d808-1a9c-406c-9ed3-731aad3c2883" providerId="ADAL" clId="{FF39501A-A1D1-496D-B883-B14AFD3FDAFE}" dt="2026-09-03T07:51:20.174" v="1011" actId="165"/>
          <ac:spMkLst>
            <pc:docMk/>
            <pc:sldMk cId="2173162840" sldId="276"/>
            <ac:spMk id="68" creationId="{E6B93655-BAB7-91FD-2E65-F7054D43257C}"/>
          </ac:spMkLst>
        </pc:spChg>
        <pc:spChg chg="mod topLvl">
          <ac:chgData name="Zanon, Julio" userId="3c36d808-1a9c-406c-9ed3-731aad3c2883" providerId="ADAL" clId="{FF39501A-A1D1-496D-B883-B14AFD3FDAFE}" dt="2026-09-03T07:51:20.174" v="1011" actId="165"/>
          <ac:spMkLst>
            <pc:docMk/>
            <pc:sldMk cId="2173162840" sldId="276"/>
            <ac:spMk id="70" creationId="{9BEC33C5-CA48-EDE1-B583-8C0AE0A432BD}"/>
          </ac:spMkLst>
        </pc:spChg>
        <pc:spChg chg="mod topLvl">
          <ac:chgData name="Zanon, Julio" userId="3c36d808-1a9c-406c-9ed3-731aad3c2883" providerId="ADAL" clId="{FF39501A-A1D1-496D-B883-B14AFD3FDAFE}" dt="2026-09-03T07:51:20.174" v="1011" actId="165"/>
          <ac:spMkLst>
            <pc:docMk/>
            <pc:sldMk cId="2173162840" sldId="276"/>
            <ac:spMk id="73" creationId="{2FB65294-1AB8-6035-23F8-17A5027D6791}"/>
          </ac:spMkLst>
        </pc:spChg>
        <pc:grpChg chg="mod">
          <ac:chgData name="Zanon, Julio" userId="3c36d808-1a9c-406c-9ed3-731aad3c2883" providerId="ADAL" clId="{FF39501A-A1D1-496D-B883-B14AFD3FDAFE}" dt="2026-09-03T07:51:12.336" v="1010" actId="1076"/>
          <ac:grpSpMkLst>
            <pc:docMk/>
            <pc:sldMk cId="2173162840" sldId="276"/>
            <ac:grpSpMk id="6" creationId="{814DDA05-BC02-BE0A-2292-5034C4020765}"/>
          </ac:grpSpMkLst>
        </pc:grpChg>
        <pc:picChg chg="del">
          <ac:chgData name="Zanon, Julio" userId="3c36d808-1a9c-406c-9ed3-731aad3c2883" providerId="ADAL" clId="{FF39501A-A1D1-496D-B883-B14AFD3FDAFE}" dt="2026-09-03T07:51:24.449" v="1012" actId="478"/>
          <ac:picMkLst>
            <pc:docMk/>
            <pc:sldMk cId="2173162840" sldId="276"/>
            <ac:picMk id="86" creationId="{9AD5655C-0833-6F1B-84F2-D9D790724E7B}"/>
          </ac:picMkLst>
        </pc:picChg>
      </pc:sldChg>
      <pc:sldChg chg="addSp delSp modSp new mod modNotesTx">
        <pc:chgData name="Zanon, Julio" userId="3c36d808-1a9c-406c-9ed3-731aad3c2883" providerId="ADAL" clId="{FF39501A-A1D1-496D-B883-B14AFD3FDAFE}" dt="2026-09-03T09:49:57.542" v="2054" actId="20577"/>
        <pc:sldMkLst>
          <pc:docMk/>
          <pc:sldMk cId="2229400570" sldId="277"/>
        </pc:sldMkLst>
        <pc:spChg chg="mod">
          <ac:chgData name="Zanon, Julio" userId="3c36d808-1a9c-406c-9ed3-731aad3c2883" providerId="ADAL" clId="{FF39501A-A1D1-496D-B883-B14AFD3FDAFE}" dt="2026-09-03T07:52:19.277" v="1022" actId="6549"/>
          <ac:spMkLst>
            <pc:docMk/>
            <pc:sldMk cId="2229400570" sldId="277"/>
            <ac:spMk id="4" creationId="{E5DF715A-3BF9-EDE5-1F07-53FC866B962D}"/>
          </ac:spMkLst>
        </pc:spChg>
        <pc:spChg chg="del mod topLvl">
          <ac:chgData name="Zanon, Julio" userId="3c36d808-1a9c-406c-9ed3-731aad3c2883" providerId="ADAL" clId="{FF39501A-A1D1-496D-B883-B14AFD3FDAFE}" dt="2026-09-03T07:52:23.564" v="1023" actId="478"/>
          <ac:spMkLst>
            <pc:docMk/>
            <pc:sldMk cId="2229400570" sldId="277"/>
            <ac:spMk id="7" creationId="{CB8FCBD8-0F14-6056-912D-23EFA04D460C}"/>
          </ac:spMkLst>
        </pc:spChg>
        <pc:spChg chg="add del mod">
          <ac:chgData name="Zanon, Julio" userId="3c36d808-1a9c-406c-9ed3-731aad3c2883" providerId="ADAL" clId="{FF39501A-A1D1-496D-B883-B14AFD3FDAFE}" dt="2026-09-03T09:49:09.720" v="2017" actId="478"/>
          <ac:spMkLst>
            <pc:docMk/>
            <pc:sldMk cId="2229400570" sldId="277"/>
            <ac:spMk id="7" creationId="{CD14E245-60DC-D849-5D59-165A5F3CBE10}"/>
          </ac:spMkLst>
        </pc:spChg>
        <pc:spChg chg="mod topLvl">
          <ac:chgData name="Zanon, Julio" userId="3c36d808-1a9c-406c-9ed3-731aad3c2883" providerId="ADAL" clId="{FF39501A-A1D1-496D-B883-B14AFD3FDAFE}" dt="2026-09-03T07:52:34.246" v="1038" actId="1035"/>
          <ac:spMkLst>
            <pc:docMk/>
            <pc:sldMk cId="2229400570" sldId="277"/>
            <ac:spMk id="9" creationId="{401AC284-683D-59FE-2199-E20FCBD9EC71}"/>
          </ac:spMkLst>
        </pc:spChg>
        <pc:spChg chg="mod">
          <ac:chgData name="Zanon, Julio" userId="3c36d808-1a9c-406c-9ed3-731aad3c2883" providerId="ADAL" clId="{FF39501A-A1D1-496D-B883-B14AFD3FDAFE}" dt="2026-09-03T07:52:34.246" v="1038" actId="1035"/>
          <ac:spMkLst>
            <pc:docMk/>
            <pc:sldMk cId="2229400570" sldId="277"/>
            <ac:spMk id="14" creationId="{4517EEAC-75CC-6B12-1622-174FF1D029C9}"/>
          </ac:spMkLst>
        </pc:spChg>
        <pc:spChg chg="mod topLvl">
          <ac:chgData name="Zanon, Julio" userId="3c36d808-1a9c-406c-9ed3-731aad3c2883" providerId="ADAL" clId="{FF39501A-A1D1-496D-B883-B14AFD3FDAFE}" dt="2026-09-03T07:52:34.246" v="1038" actId="1035"/>
          <ac:spMkLst>
            <pc:docMk/>
            <pc:sldMk cId="2229400570" sldId="277"/>
            <ac:spMk id="27" creationId="{043E5F25-DA39-0C40-E46D-6B24C2A3EA98}"/>
          </ac:spMkLst>
        </pc:spChg>
        <pc:spChg chg="mod topLvl">
          <ac:chgData name="Zanon, Julio" userId="3c36d808-1a9c-406c-9ed3-731aad3c2883" providerId="ADAL" clId="{FF39501A-A1D1-496D-B883-B14AFD3FDAFE}" dt="2026-09-03T07:52:34.246" v="1038" actId="1035"/>
          <ac:spMkLst>
            <pc:docMk/>
            <pc:sldMk cId="2229400570" sldId="277"/>
            <ac:spMk id="28" creationId="{60316B41-BF31-D84B-09D0-B5CB9C71C532}"/>
          </ac:spMkLst>
        </pc:spChg>
        <pc:spChg chg="mod topLvl">
          <ac:chgData name="Zanon, Julio" userId="3c36d808-1a9c-406c-9ed3-731aad3c2883" providerId="ADAL" clId="{FF39501A-A1D1-496D-B883-B14AFD3FDAFE}" dt="2026-09-03T07:52:34.246" v="1038" actId="1035"/>
          <ac:spMkLst>
            <pc:docMk/>
            <pc:sldMk cId="2229400570" sldId="277"/>
            <ac:spMk id="29" creationId="{4AE4DB99-A12E-32B3-098C-6033A68B538D}"/>
          </ac:spMkLst>
        </pc:spChg>
        <pc:spChg chg="mod topLvl">
          <ac:chgData name="Zanon, Julio" userId="3c36d808-1a9c-406c-9ed3-731aad3c2883" providerId="ADAL" clId="{FF39501A-A1D1-496D-B883-B14AFD3FDAFE}" dt="2026-09-03T07:52:34.246" v="1038" actId="1035"/>
          <ac:spMkLst>
            <pc:docMk/>
            <pc:sldMk cId="2229400570" sldId="277"/>
            <ac:spMk id="32" creationId="{BBEBBD78-2E75-6D23-3690-00FF3F579F9A}"/>
          </ac:spMkLst>
        </pc:spChg>
        <pc:spChg chg="mod topLvl">
          <ac:chgData name="Zanon, Julio" userId="3c36d808-1a9c-406c-9ed3-731aad3c2883" providerId="ADAL" clId="{FF39501A-A1D1-496D-B883-B14AFD3FDAFE}" dt="2026-09-03T07:52:34.246" v="1038" actId="1035"/>
          <ac:spMkLst>
            <pc:docMk/>
            <pc:sldMk cId="2229400570" sldId="277"/>
            <ac:spMk id="33" creationId="{0BE01FCD-AE49-7AA0-C04B-CB4BE5F515E7}"/>
          </ac:spMkLst>
        </pc:spChg>
        <pc:spChg chg="mod topLvl">
          <ac:chgData name="Zanon, Julio" userId="3c36d808-1a9c-406c-9ed3-731aad3c2883" providerId="ADAL" clId="{FF39501A-A1D1-496D-B883-B14AFD3FDAFE}" dt="2026-09-03T07:52:34.246" v="1038" actId="1035"/>
          <ac:spMkLst>
            <pc:docMk/>
            <pc:sldMk cId="2229400570" sldId="277"/>
            <ac:spMk id="37" creationId="{05540B4D-DC80-9681-2F99-699A2588DD56}"/>
          </ac:spMkLst>
        </pc:spChg>
        <pc:spChg chg="mod topLvl">
          <ac:chgData name="Zanon, Julio" userId="3c36d808-1a9c-406c-9ed3-731aad3c2883" providerId="ADAL" clId="{FF39501A-A1D1-496D-B883-B14AFD3FDAFE}" dt="2026-09-03T07:52:34.246" v="1038" actId="1035"/>
          <ac:spMkLst>
            <pc:docMk/>
            <pc:sldMk cId="2229400570" sldId="277"/>
            <ac:spMk id="40" creationId="{E071E60D-CC0B-0E1A-4857-4481206F04DE}"/>
          </ac:spMkLst>
        </pc:spChg>
        <pc:spChg chg="mod topLvl">
          <ac:chgData name="Zanon, Julio" userId="3c36d808-1a9c-406c-9ed3-731aad3c2883" providerId="ADAL" clId="{FF39501A-A1D1-496D-B883-B14AFD3FDAFE}" dt="2026-09-03T07:52:34.246" v="1038" actId="1035"/>
          <ac:spMkLst>
            <pc:docMk/>
            <pc:sldMk cId="2229400570" sldId="277"/>
            <ac:spMk id="46" creationId="{C38B958E-6BE9-FA04-92B5-6A5277D94A45}"/>
          </ac:spMkLst>
        </pc:spChg>
        <pc:spChg chg="add mod">
          <ac:chgData name="Zanon, Julio" userId="3c36d808-1a9c-406c-9ed3-731aad3c2883" providerId="ADAL" clId="{FF39501A-A1D1-496D-B883-B14AFD3FDAFE}" dt="2026-09-03T09:49:20.840" v="2019" actId="113"/>
          <ac:spMkLst>
            <pc:docMk/>
            <pc:sldMk cId="2229400570" sldId="277"/>
            <ac:spMk id="48" creationId="{4F448B9D-B01B-186A-CD7B-72AB7180517A}"/>
          </ac:spMkLst>
        </pc:spChg>
        <pc:spChg chg="add mod ord">
          <ac:chgData name="Zanon, Julio" userId="3c36d808-1a9c-406c-9ed3-731aad3c2883" providerId="ADAL" clId="{FF39501A-A1D1-496D-B883-B14AFD3FDAFE}" dt="2026-09-03T09:49:08.118" v="2016" actId="14100"/>
          <ac:spMkLst>
            <pc:docMk/>
            <pc:sldMk cId="2229400570" sldId="277"/>
            <ac:spMk id="50" creationId="{320E917B-3A61-DC28-0A37-3C0A794FA623}"/>
          </ac:spMkLst>
        </pc:spChg>
        <pc:grpChg chg="mod">
          <ac:chgData name="Zanon, Julio" userId="3c36d808-1a9c-406c-9ed3-731aad3c2883" providerId="ADAL" clId="{FF39501A-A1D1-496D-B883-B14AFD3FDAFE}" dt="2026-09-03T07:51:57.794" v="1017" actId="1076"/>
          <ac:grpSpMkLst>
            <pc:docMk/>
            <pc:sldMk cId="2229400570" sldId="277"/>
            <ac:grpSpMk id="6" creationId="{2C34A55F-4798-8BFA-31F0-D1A58CC8524C}"/>
          </ac:grpSpMkLst>
        </pc:grpChg>
        <pc:picChg chg="del">
          <ac:chgData name="Zanon, Julio" userId="3c36d808-1a9c-406c-9ed3-731aad3c2883" providerId="ADAL" clId="{FF39501A-A1D1-496D-B883-B14AFD3FDAFE}" dt="2026-09-03T07:52:04.313" v="1019" actId="478"/>
          <ac:picMkLst>
            <pc:docMk/>
            <pc:sldMk cId="2229400570" sldId="277"/>
            <ac:picMk id="41" creationId="{82B3E8AC-E44A-546C-1502-A0D7DB109251}"/>
          </ac:picMkLst>
        </pc:picChg>
      </pc:sldChg>
      <pc:sldChg chg="addSp modSp new mod modNotesTx">
        <pc:chgData name="Zanon, Julio" userId="3c36d808-1a9c-406c-9ed3-731aad3c2883" providerId="ADAL" clId="{FF39501A-A1D1-496D-B883-B14AFD3FDAFE}" dt="2026-09-03T09:53:38.022" v="2143" actId="14100"/>
        <pc:sldMkLst>
          <pc:docMk/>
          <pc:sldMk cId="3885709086" sldId="278"/>
        </pc:sldMkLst>
        <pc:spChg chg="mod">
          <ac:chgData name="Zanon, Julio" userId="3c36d808-1a9c-406c-9ed3-731aad3c2883" providerId="ADAL" clId="{FF39501A-A1D1-496D-B883-B14AFD3FDAFE}" dt="2026-09-03T09:50:16.495" v="2056" actId="20577"/>
          <ac:spMkLst>
            <pc:docMk/>
            <pc:sldMk cId="3885709086" sldId="278"/>
            <ac:spMk id="4" creationId="{A4192D09-58B1-513A-C515-0ECABF774857}"/>
          </ac:spMkLst>
        </pc:spChg>
        <pc:spChg chg="add mod">
          <ac:chgData name="Zanon, Julio" userId="3c36d808-1a9c-406c-9ed3-731aad3c2883" providerId="ADAL" clId="{FF39501A-A1D1-496D-B883-B14AFD3FDAFE}" dt="2026-09-03T09:53:14.412" v="2134" actId="1036"/>
          <ac:spMkLst>
            <pc:docMk/>
            <pc:sldMk cId="3885709086" sldId="278"/>
            <ac:spMk id="8" creationId="{DF3CD44F-3F83-066D-20EF-024EB353F53B}"/>
          </ac:spMkLst>
        </pc:spChg>
        <pc:spChg chg="add mod">
          <ac:chgData name="Zanon, Julio" userId="3c36d808-1a9c-406c-9ed3-731aad3c2883" providerId="ADAL" clId="{FF39501A-A1D1-496D-B883-B14AFD3FDAFE}" dt="2026-09-03T09:53:14.412" v="2134" actId="1036"/>
          <ac:spMkLst>
            <pc:docMk/>
            <pc:sldMk cId="3885709086" sldId="278"/>
            <ac:spMk id="10" creationId="{7EF5C6D8-FB9E-CC1D-C6CB-1450AD03C637}"/>
          </ac:spMkLst>
        </pc:spChg>
        <pc:spChg chg="add mod">
          <ac:chgData name="Zanon, Julio" userId="3c36d808-1a9c-406c-9ed3-731aad3c2883" providerId="ADAL" clId="{FF39501A-A1D1-496D-B883-B14AFD3FDAFE}" dt="2026-09-03T09:53:14.412" v="2134" actId="1036"/>
          <ac:spMkLst>
            <pc:docMk/>
            <pc:sldMk cId="3885709086" sldId="278"/>
            <ac:spMk id="11" creationId="{18ABB035-E4D4-6843-6F63-6DD5E524B5C2}"/>
          </ac:spMkLst>
        </pc:spChg>
        <pc:spChg chg="add mod">
          <ac:chgData name="Zanon, Julio" userId="3c36d808-1a9c-406c-9ed3-731aad3c2883" providerId="ADAL" clId="{FF39501A-A1D1-496D-B883-B14AFD3FDAFE}" dt="2026-09-03T09:53:14.412" v="2134" actId="1036"/>
          <ac:spMkLst>
            <pc:docMk/>
            <pc:sldMk cId="3885709086" sldId="278"/>
            <ac:spMk id="12" creationId="{255A968F-4F8A-A2FC-EFD7-1D63914602F4}"/>
          </ac:spMkLst>
        </pc:spChg>
        <pc:spChg chg="add mod">
          <ac:chgData name="Zanon, Julio" userId="3c36d808-1a9c-406c-9ed3-731aad3c2883" providerId="ADAL" clId="{FF39501A-A1D1-496D-B883-B14AFD3FDAFE}" dt="2026-09-03T09:53:38.022" v="2143" actId="14100"/>
          <ac:spMkLst>
            <pc:docMk/>
            <pc:sldMk cId="3885709086" sldId="278"/>
            <ac:spMk id="14" creationId="{295D748C-F962-46A6-569A-A3E006B2CC38}"/>
          </ac:spMkLst>
        </pc:spChg>
        <pc:picChg chg="add mod">
          <ac:chgData name="Zanon, Julio" userId="3c36d808-1a9c-406c-9ed3-731aad3c2883" providerId="ADAL" clId="{FF39501A-A1D1-496D-B883-B14AFD3FDAFE}" dt="2026-09-03T09:53:20.764" v="2136" actId="1076"/>
          <ac:picMkLst>
            <pc:docMk/>
            <pc:sldMk cId="3885709086" sldId="278"/>
            <ac:picMk id="7" creationId="{417ADE0A-F1C7-6CB3-FC1A-3F4A797B90C8}"/>
          </ac:picMkLst>
        </pc:picChg>
      </pc:sldChg>
      <pc:sldChg chg="addSp delSp modSp new mod modNotesTx">
        <pc:chgData name="Zanon, Julio" userId="3c36d808-1a9c-406c-9ed3-731aad3c2883" providerId="ADAL" clId="{FF39501A-A1D1-496D-B883-B14AFD3FDAFE}" dt="2026-09-03T08:55:51.417" v="1345" actId="1036"/>
        <pc:sldMkLst>
          <pc:docMk/>
          <pc:sldMk cId="3534327999" sldId="279"/>
        </pc:sldMkLst>
        <pc:spChg chg="mod">
          <ac:chgData name="Zanon, Julio" userId="3c36d808-1a9c-406c-9ed3-731aad3c2883" providerId="ADAL" clId="{FF39501A-A1D1-496D-B883-B14AFD3FDAFE}" dt="2026-09-03T08:50:38.501" v="1114" actId="20577"/>
          <ac:spMkLst>
            <pc:docMk/>
            <pc:sldMk cId="3534327999" sldId="279"/>
            <ac:spMk id="3" creationId="{6851DA17-483C-9736-9E3A-314590A0BCE7}"/>
          </ac:spMkLst>
        </pc:spChg>
        <pc:spChg chg="add mod">
          <ac:chgData name="Zanon, Julio" userId="3c36d808-1a9c-406c-9ed3-731aad3c2883" providerId="ADAL" clId="{FF39501A-A1D1-496D-B883-B14AFD3FDAFE}" dt="2026-09-03T08:55:51.417" v="1345" actId="1036"/>
          <ac:spMkLst>
            <pc:docMk/>
            <pc:sldMk cId="3534327999" sldId="279"/>
            <ac:spMk id="8" creationId="{634283FE-5B55-E58B-F967-EFE692D160B1}"/>
          </ac:spMkLst>
        </pc:spChg>
        <pc:spChg chg="add mod">
          <ac:chgData name="Zanon, Julio" userId="3c36d808-1a9c-406c-9ed3-731aad3c2883" providerId="ADAL" clId="{FF39501A-A1D1-496D-B883-B14AFD3FDAFE}" dt="2026-09-03T08:55:51.417" v="1345" actId="1036"/>
          <ac:spMkLst>
            <pc:docMk/>
            <pc:sldMk cId="3534327999" sldId="279"/>
            <ac:spMk id="12" creationId="{26E80015-5584-3467-38C8-B5F615C685A8}"/>
          </ac:spMkLst>
        </pc:spChg>
        <pc:spChg chg="add mod">
          <ac:chgData name="Zanon, Julio" userId="3c36d808-1a9c-406c-9ed3-731aad3c2883" providerId="ADAL" clId="{FF39501A-A1D1-496D-B883-B14AFD3FDAFE}" dt="2026-09-03T08:55:51.417" v="1345" actId="1036"/>
          <ac:spMkLst>
            <pc:docMk/>
            <pc:sldMk cId="3534327999" sldId="279"/>
            <ac:spMk id="18" creationId="{DC2F0493-6DC1-F2F5-D7BB-12F662AE1F6B}"/>
          </ac:spMkLst>
        </pc:spChg>
        <pc:spChg chg="mod">
          <ac:chgData name="Zanon, Julio" userId="3c36d808-1a9c-406c-9ed3-731aad3c2883" providerId="ADAL" clId="{FF39501A-A1D1-496D-B883-B14AFD3FDAFE}" dt="2026-09-03T08:54:48.109" v="1321" actId="1036"/>
          <ac:spMkLst>
            <pc:docMk/>
            <pc:sldMk cId="3534327999" sldId="279"/>
            <ac:spMk id="20" creationId="{FA04B691-894C-B0CC-D743-337F91CDA601}"/>
          </ac:spMkLst>
        </pc:spChg>
        <pc:spChg chg="add mod">
          <ac:chgData name="Zanon, Julio" userId="3c36d808-1a9c-406c-9ed3-731aad3c2883" providerId="ADAL" clId="{FF39501A-A1D1-496D-B883-B14AFD3FDAFE}" dt="2026-09-03T08:55:51.417" v="1345" actId="1036"/>
          <ac:spMkLst>
            <pc:docMk/>
            <pc:sldMk cId="3534327999" sldId="279"/>
            <ac:spMk id="22" creationId="{2C5EEE96-C897-8FC2-4025-78D839BAFE80}"/>
          </ac:spMkLst>
        </pc:spChg>
        <pc:spChg chg="add mod">
          <ac:chgData name="Zanon, Julio" userId="3c36d808-1a9c-406c-9ed3-731aad3c2883" providerId="ADAL" clId="{FF39501A-A1D1-496D-B883-B14AFD3FDAFE}" dt="2026-09-03T08:55:51.417" v="1345" actId="1036"/>
          <ac:spMkLst>
            <pc:docMk/>
            <pc:sldMk cId="3534327999" sldId="279"/>
            <ac:spMk id="24" creationId="{1FE5889F-6B49-0185-60C8-E3B06DE54201}"/>
          </ac:spMkLst>
        </pc:spChg>
        <pc:spChg chg="add mod">
          <ac:chgData name="Zanon, Julio" userId="3c36d808-1a9c-406c-9ed3-731aad3c2883" providerId="ADAL" clId="{FF39501A-A1D1-496D-B883-B14AFD3FDAFE}" dt="2026-09-03T08:55:51.417" v="1345" actId="1036"/>
          <ac:spMkLst>
            <pc:docMk/>
            <pc:sldMk cId="3534327999" sldId="279"/>
            <ac:spMk id="26" creationId="{853BC7EA-D740-8FA2-B92E-2E69CFF2559F}"/>
          </ac:spMkLst>
        </pc:spChg>
        <pc:spChg chg="mod">
          <ac:chgData name="Zanon, Julio" userId="3c36d808-1a9c-406c-9ed3-731aad3c2883" providerId="ADAL" clId="{FF39501A-A1D1-496D-B883-B14AFD3FDAFE}" dt="2026-09-03T08:54:48.109" v="1321" actId="1036"/>
          <ac:spMkLst>
            <pc:docMk/>
            <pc:sldMk cId="3534327999" sldId="279"/>
            <ac:spMk id="28" creationId="{1252C494-9C51-2F13-968B-11FEDDF6F72F}"/>
          </ac:spMkLst>
        </pc:spChg>
        <pc:spChg chg="add mod">
          <ac:chgData name="Zanon, Julio" userId="3c36d808-1a9c-406c-9ed3-731aad3c2883" providerId="ADAL" clId="{FF39501A-A1D1-496D-B883-B14AFD3FDAFE}" dt="2026-09-03T08:55:51.417" v="1345" actId="1036"/>
          <ac:spMkLst>
            <pc:docMk/>
            <pc:sldMk cId="3534327999" sldId="279"/>
            <ac:spMk id="30" creationId="{9BC7B6DF-F562-2C52-D4FD-F2023DD8094C}"/>
          </ac:spMkLst>
        </pc:spChg>
        <pc:spChg chg="add mod">
          <ac:chgData name="Zanon, Julio" userId="3c36d808-1a9c-406c-9ed3-731aad3c2883" providerId="ADAL" clId="{FF39501A-A1D1-496D-B883-B14AFD3FDAFE}" dt="2026-09-03T08:55:51.417" v="1345" actId="1036"/>
          <ac:spMkLst>
            <pc:docMk/>
            <pc:sldMk cId="3534327999" sldId="279"/>
            <ac:spMk id="32" creationId="{53146960-23B4-BEF2-8FD4-7340E2B47135}"/>
          </ac:spMkLst>
        </pc:spChg>
        <pc:spChg chg="add mod">
          <ac:chgData name="Zanon, Julio" userId="3c36d808-1a9c-406c-9ed3-731aad3c2883" providerId="ADAL" clId="{FF39501A-A1D1-496D-B883-B14AFD3FDAFE}" dt="2026-09-03T08:55:51.417" v="1345" actId="1036"/>
          <ac:spMkLst>
            <pc:docMk/>
            <pc:sldMk cId="3534327999" sldId="279"/>
            <ac:spMk id="34" creationId="{FEEA85CC-5723-6001-5B69-FA3F3F501D75}"/>
          </ac:spMkLst>
        </pc:spChg>
        <pc:spChg chg="add mod">
          <ac:chgData name="Zanon, Julio" userId="3c36d808-1a9c-406c-9ed3-731aad3c2883" providerId="ADAL" clId="{FF39501A-A1D1-496D-B883-B14AFD3FDAFE}" dt="2026-09-03T08:55:51.417" v="1345" actId="1036"/>
          <ac:spMkLst>
            <pc:docMk/>
            <pc:sldMk cId="3534327999" sldId="279"/>
            <ac:spMk id="36" creationId="{930C1FCD-F17A-E033-3EEE-3EFA172C3C62}"/>
          </ac:spMkLst>
        </pc:spChg>
        <pc:spChg chg="add mod">
          <ac:chgData name="Zanon, Julio" userId="3c36d808-1a9c-406c-9ed3-731aad3c2883" providerId="ADAL" clId="{FF39501A-A1D1-496D-B883-B14AFD3FDAFE}" dt="2026-09-03T08:54:29.516" v="1305" actId="207"/>
          <ac:spMkLst>
            <pc:docMk/>
            <pc:sldMk cId="3534327999" sldId="279"/>
            <ac:spMk id="38" creationId="{363BDE45-BCE8-72F6-02FF-0C9A312ED354}"/>
          </ac:spMkLst>
        </pc:spChg>
        <pc:spChg chg="add mod">
          <ac:chgData name="Zanon, Julio" userId="3c36d808-1a9c-406c-9ed3-731aad3c2883" providerId="ADAL" clId="{FF39501A-A1D1-496D-B883-B14AFD3FDAFE}" dt="2026-09-03T08:54:23.669" v="1302" actId="313"/>
          <ac:spMkLst>
            <pc:docMk/>
            <pc:sldMk cId="3534327999" sldId="279"/>
            <ac:spMk id="40" creationId="{08FDAA73-BB43-642A-5015-85CF903B19B2}"/>
          </ac:spMkLst>
        </pc:spChg>
        <pc:spChg chg="add del mod">
          <ac:chgData name="Zanon, Julio" userId="3c36d808-1a9c-406c-9ed3-731aad3c2883" providerId="ADAL" clId="{FF39501A-A1D1-496D-B883-B14AFD3FDAFE}" dt="2026-09-03T08:52:59.283" v="1173" actId="478"/>
          <ac:spMkLst>
            <pc:docMk/>
            <pc:sldMk cId="3534327999" sldId="279"/>
            <ac:spMk id="42" creationId="{1DCCEE92-9839-7CF3-8D31-63EECC295863}"/>
          </ac:spMkLst>
        </pc:spChg>
      </pc:sldChg>
      <pc:sldChg chg="addSp modSp new mod modNotesTx">
        <pc:chgData name="Zanon, Julio" userId="3c36d808-1a9c-406c-9ed3-731aad3c2883" providerId="ADAL" clId="{FF39501A-A1D1-496D-B883-B14AFD3FDAFE}" dt="2026-09-03T09:34:25.179" v="1634" actId="20577"/>
        <pc:sldMkLst>
          <pc:docMk/>
          <pc:sldMk cId="2810454486" sldId="280"/>
        </pc:sldMkLst>
        <pc:spChg chg="mod">
          <ac:chgData name="Zanon, Julio" userId="3c36d808-1a9c-406c-9ed3-731aad3c2883" providerId="ADAL" clId="{FF39501A-A1D1-496D-B883-B14AFD3FDAFE}" dt="2026-09-03T09:34:25.179" v="1634" actId="20577"/>
          <ac:spMkLst>
            <pc:docMk/>
            <pc:sldMk cId="2810454486" sldId="280"/>
            <ac:spMk id="3" creationId="{573C3464-2FD5-2258-E90F-1FA84FB7A08A}"/>
          </ac:spMkLst>
        </pc:spChg>
        <pc:spChg chg="add mod">
          <ac:chgData name="Zanon, Julio" userId="3c36d808-1a9c-406c-9ed3-731aad3c2883" providerId="ADAL" clId="{FF39501A-A1D1-496D-B883-B14AFD3FDAFE}" dt="2026-09-03T09:29:11.909" v="1448" actId="1036"/>
          <ac:spMkLst>
            <pc:docMk/>
            <pc:sldMk cId="2810454486" sldId="280"/>
            <ac:spMk id="6" creationId="{3BD6A75C-CED3-211F-58E5-2FC1256F2A5C}"/>
          </ac:spMkLst>
        </pc:spChg>
        <pc:spChg chg="add mod">
          <ac:chgData name="Zanon, Julio" userId="3c36d808-1a9c-406c-9ed3-731aad3c2883" providerId="ADAL" clId="{FF39501A-A1D1-496D-B883-B14AFD3FDAFE}" dt="2026-09-03T09:29:11.909" v="1448" actId="1036"/>
          <ac:spMkLst>
            <pc:docMk/>
            <pc:sldMk cId="2810454486" sldId="280"/>
            <ac:spMk id="8" creationId="{3AFC1EBC-92A1-AF35-BB05-8C94309503BA}"/>
          </ac:spMkLst>
        </pc:spChg>
        <pc:spChg chg="add mod">
          <ac:chgData name="Zanon, Julio" userId="3c36d808-1a9c-406c-9ed3-731aad3c2883" providerId="ADAL" clId="{FF39501A-A1D1-496D-B883-B14AFD3FDAFE}" dt="2026-09-03T09:29:11.909" v="1448" actId="1036"/>
          <ac:spMkLst>
            <pc:docMk/>
            <pc:sldMk cId="2810454486" sldId="280"/>
            <ac:spMk id="10" creationId="{EE10C7E5-7C95-D0AB-7A4A-36783C6C34AE}"/>
          </ac:spMkLst>
        </pc:spChg>
        <pc:spChg chg="add mod">
          <ac:chgData name="Zanon, Julio" userId="3c36d808-1a9c-406c-9ed3-731aad3c2883" providerId="ADAL" clId="{FF39501A-A1D1-496D-B883-B14AFD3FDAFE}" dt="2026-09-03T09:29:11.909" v="1448" actId="1036"/>
          <ac:spMkLst>
            <pc:docMk/>
            <pc:sldMk cId="2810454486" sldId="280"/>
            <ac:spMk id="12" creationId="{1FCFBF7B-6898-C82C-4E93-6E711BD5D4F5}"/>
          </ac:spMkLst>
        </pc:spChg>
        <pc:spChg chg="add mod">
          <ac:chgData name="Zanon, Julio" userId="3c36d808-1a9c-406c-9ed3-731aad3c2883" providerId="ADAL" clId="{FF39501A-A1D1-496D-B883-B14AFD3FDAFE}" dt="2026-09-03T09:29:11.909" v="1448" actId="1036"/>
          <ac:spMkLst>
            <pc:docMk/>
            <pc:sldMk cId="2810454486" sldId="280"/>
            <ac:spMk id="14" creationId="{1477F679-F3BD-41DA-8984-9606B9EB63E0}"/>
          </ac:spMkLst>
        </pc:spChg>
        <pc:spChg chg="add mod">
          <ac:chgData name="Zanon, Julio" userId="3c36d808-1a9c-406c-9ed3-731aad3c2883" providerId="ADAL" clId="{FF39501A-A1D1-496D-B883-B14AFD3FDAFE}" dt="2026-09-03T09:29:11.909" v="1448" actId="1036"/>
          <ac:spMkLst>
            <pc:docMk/>
            <pc:sldMk cId="2810454486" sldId="280"/>
            <ac:spMk id="16" creationId="{310E1419-7C35-CA91-4699-6BDAB115B2DA}"/>
          </ac:spMkLst>
        </pc:spChg>
        <pc:spChg chg="add mod">
          <ac:chgData name="Zanon, Julio" userId="3c36d808-1a9c-406c-9ed3-731aad3c2883" providerId="ADAL" clId="{FF39501A-A1D1-496D-B883-B14AFD3FDAFE}" dt="2026-09-03T09:29:11.909" v="1448" actId="1036"/>
          <ac:spMkLst>
            <pc:docMk/>
            <pc:sldMk cId="2810454486" sldId="280"/>
            <ac:spMk id="18" creationId="{37A77B53-4BB7-1827-B587-E89DF8670CB3}"/>
          </ac:spMkLst>
        </pc:spChg>
        <pc:spChg chg="add mod">
          <ac:chgData name="Zanon, Julio" userId="3c36d808-1a9c-406c-9ed3-731aad3c2883" providerId="ADAL" clId="{FF39501A-A1D1-496D-B883-B14AFD3FDAFE}" dt="2026-09-03T09:29:11.909" v="1448" actId="1036"/>
          <ac:spMkLst>
            <pc:docMk/>
            <pc:sldMk cId="2810454486" sldId="280"/>
            <ac:spMk id="20" creationId="{4F4A6C53-8E98-17F6-54B3-DE2C647559B9}"/>
          </ac:spMkLst>
        </pc:spChg>
        <pc:spChg chg="add mod">
          <ac:chgData name="Zanon, Julio" userId="3c36d808-1a9c-406c-9ed3-731aad3c2883" providerId="ADAL" clId="{FF39501A-A1D1-496D-B883-B14AFD3FDAFE}" dt="2026-09-03T09:29:11.909" v="1448" actId="1036"/>
          <ac:spMkLst>
            <pc:docMk/>
            <pc:sldMk cId="2810454486" sldId="280"/>
            <ac:spMk id="22" creationId="{16A63FD3-8725-CC6A-FFED-339540E37035}"/>
          </ac:spMkLst>
        </pc:spChg>
        <pc:spChg chg="add mod">
          <ac:chgData name="Zanon, Julio" userId="3c36d808-1a9c-406c-9ed3-731aad3c2883" providerId="ADAL" clId="{FF39501A-A1D1-496D-B883-B14AFD3FDAFE}" dt="2026-09-03T09:32:45.050" v="1489" actId="1036"/>
          <ac:spMkLst>
            <pc:docMk/>
            <pc:sldMk cId="2810454486" sldId="280"/>
            <ac:spMk id="26" creationId="{A7186EDF-76FE-CB9B-393D-4C4B0A006D76}"/>
          </ac:spMkLst>
        </pc:spChg>
        <pc:spChg chg="add mod">
          <ac:chgData name="Zanon, Julio" userId="3c36d808-1a9c-406c-9ed3-731aad3c2883" providerId="ADAL" clId="{FF39501A-A1D1-496D-B883-B14AFD3FDAFE}" dt="2026-09-03T09:31:43.270" v="1483" actId="1036"/>
          <ac:spMkLst>
            <pc:docMk/>
            <pc:sldMk cId="2810454486" sldId="280"/>
            <ac:spMk id="30" creationId="{53573D26-3DD0-197F-B0B6-E3AEDF7FF55C}"/>
          </ac:spMkLst>
        </pc:spChg>
        <pc:spChg chg="add mod">
          <ac:chgData name="Zanon, Julio" userId="3c36d808-1a9c-406c-9ed3-731aad3c2883" providerId="ADAL" clId="{FF39501A-A1D1-496D-B883-B14AFD3FDAFE}" dt="2026-09-03T09:31:43.270" v="1483" actId="1036"/>
          <ac:spMkLst>
            <pc:docMk/>
            <pc:sldMk cId="2810454486" sldId="280"/>
            <ac:spMk id="34" creationId="{744D3485-2E79-85DC-7637-42E4AC5325E3}"/>
          </ac:spMkLst>
        </pc:spChg>
        <pc:picChg chg="add mod">
          <ac:chgData name="Zanon, Julio" userId="3c36d808-1a9c-406c-9ed3-731aad3c2883" providerId="ADAL" clId="{FF39501A-A1D1-496D-B883-B14AFD3FDAFE}" dt="2026-09-03T09:32:39.448" v="1487" actId="14861"/>
          <ac:picMkLst>
            <pc:docMk/>
            <pc:sldMk cId="2810454486" sldId="280"/>
            <ac:picMk id="24" creationId="{D94133C7-8264-E9F2-7585-D0FE673E1DCF}"/>
          </ac:picMkLst>
        </pc:picChg>
        <pc:picChg chg="add mod">
          <ac:chgData name="Zanon, Julio" userId="3c36d808-1a9c-406c-9ed3-731aad3c2883" providerId="ADAL" clId="{FF39501A-A1D1-496D-B883-B14AFD3FDAFE}" dt="2026-09-03T09:32:39.448" v="1487" actId="14861"/>
          <ac:picMkLst>
            <pc:docMk/>
            <pc:sldMk cId="2810454486" sldId="280"/>
            <ac:picMk id="28" creationId="{50BAE051-B680-2020-2E7C-6BA8AFB8319D}"/>
          </ac:picMkLst>
        </pc:picChg>
        <pc:picChg chg="add mod modCrop">
          <ac:chgData name="Zanon, Julio" userId="3c36d808-1a9c-406c-9ed3-731aad3c2883" providerId="ADAL" clId="{FF39501A-A1D1-496D-B883-B14AFD3FDAFE}" dt="2026-09-03T09:32:39.448" v="1487" actId="14861"/>
          <ac:picMkLst>
            <pc:docMk/>
            <pc:sldMk cId="2810454486" sldId="280"/>
            <ac:picMk id="32" creationId="{AB49A988-BBB4-97FB-5792-BF3F70010992}"/>
          </ac:picMkLst>
        </pc:picChg>
      </pc:sldChg>
      <pc:sldChg chg="addSp modSp new del mod">
        <pc:chgData name="Zanon, Julio" userId="3c36d808-1a9c-406c-9ed3-731aad3c2883" providerId="ADAL" clId="{FF39501A-A1D1-496D-B883-B14AFD3FDAFE}" dt="2026-09-03T09:43:20.957" v="1734" actId="47"/>
        <pc:sldMkLst>
          <pc:docMk/>
          <pc:sldMk cId="1827027472" sldId="281"/>
        </pc:sldMkLst>
        <pc:picChg chg="add mod">
          <ac:chgData name="Zanon, Julio" userId="3c36d808-1a9c-406c-9ed3-731aad3c2883" providerId="ADAL" clId="{FF39501A-A1D1-496D-B883-B14AFD3FDAFE}" dt="2026-09-03T09:40:49.153" v="1696" actId="1076"/>
          <ac:picMkLst>
            <pc:docMk/>
            <pc:sldMk cId="1827027472" sldId="281"/>
            <ac:picMk id="7" creationId="{A11B1E67-196A-38DC-69B9-2AA20EB27E72}"/>
          </ac:picMkLst>
        </pc:picChg>
        <pc:picChg chg="add mod">
          <ac:chgData name="Zanon, Julio" userId="3c36d808-1a9c-406c-9ed3-731aad3c2883" providerId="ADAL" clId="{FF39501A-A1D1-496D-B883-B14AFD3FDAFE}" dt="2026-09-03T09:40:53.281" v="1697" actId="1076"/>
          <ac:picMkLst>
            <pc:docMk/>
            <pc:sldMk cId="1827027472" sldId="281"/>
            <ac:picMk id="9" creationId="{1D0F5F46-AE94-47B8-9943-9A13A84611C8}"/>
          </ac:picMkLst>
        </pc:picChg>
      </pc:sldChg>
      <pc:sldChg chg="addSp delSp modSp new del mod">
        <pc:chgData name="Zanon, Julio" userId="3c36d808-1a9c-406c-9ed3-731aad3c2883" providerId="ADAL" clId="{FF39501A-A1D1-496D-B883-B14AFD3FDAFE}" dt="2026-09-03T09:43:20.957" v="1734" actId="47"/>
        <pc:sldMkLst>
          <pc:docMk/>
          <pc:sldMk cId="2500240642" sldId="282"/>
        </pc:sldMkLst>
        <pc:picChg chg="add del mod">
          <ac:chgData name="Zanon, Julio" userId="3c36d808-1a9c-406c-9ed3-731aad3c2883" providerId="ADAL" clId="{FF39501A-A1D1-496D-B883-B14AFD3FDAFE}" dt="2026-09-03T09:42:12.954" v="1714" actId="21"/>
          <ac:picMkLst>
            <pc:docMk/>
            <pc:sldMk cId="2500240642" sldId="282"/>
            <ac:picMk id="7" creationId="{9F0E409F-8A2A-693E-0C34-F45EE3A10874}"/>
          </ac:picMkLst>
        </pc:picChg>
        <pc:picChg chg="add del mod">
          <ac:chgData name="Zanon, Julio" userId="3c36d808-1a9c-406c-9ed3-731aad3c2883" providerId="ADAL" clId="{FF39501A-A1D1-496D-B883-B14AFD3FDAFE}" dt="2026-09-03T09:42:12.954" v="1714" actId="21"/>
          <ac:picMkLst>
            <pc:docMk/>
            <pc:sldMk cId="2500240642" sldId="282"/>
            <ac:picMk id="9" creationId="{D2D7A0A0-80D0-B2C4-41A7-9804065E0609}"/>
          </ac:picMkLst>
        </pc:picChg>
        <pc:picChg chg="add del mod">
          <ac:chgData name="Zanon, Julio" userId="3c36d808-1a9c-406c-9ed3-731aad3c2883" providerId="ADAL" clId="{FF39501A-A1D1-496D-B883-B14AFD3FDAFE}" dt="2026-09-03T09:42:12.954" v="1714" actId="21"/>
          <ac:picMkLst>
            <pc:docMk/>
            <pc:sldMk cId="2500240642" sldId="282"/>
            <ac:picMk id="10" creationId="{CC3D5294-B05F-CE62-1924-9AD59EC25EC7}"/>
          </ac:picMkLst>
        </pc:picChg>
      </pc:sldChg>
      <pc:sldChg chg="addSp delSp modSp new mod">
        <pc:chgData name="Zanon, Julio" userId="3c36d808-1a9c-406c-9ed3-731aad3c2883" providerId="ADAL" clId="{FF39501A-A1D1-496D-B883-B14AFD3FDAFE}" dt="2026-09-03T09:49:30.335" v="2021" actId="113"/>
        <pc:sldMkLst>
          <pc:docMk/>
          <pc:sldMk cId="457500983" sldId="283"/>
        </pc:sldMkLst>
        <pc:spChg chg="mod">
          <ac:chgData name="Zanon, Julio" userId="3c36d808-1a9c-406c-9ed3-731aad3c2883" providerId="ADAL" clId="{FF39501A-A1D1-496D-B883-B14AFD3FDAFE}" dt="2026-09-03T09:45:18.781" v="1800" actId="20577"/>
          <ac:spMkLst>
            <pc:docMk/>
            <pc:sldMk cId="457500983" sldId="283"/>
            <ac:spMk id="3" creationId="{5D0390F5-7F37-8D0A-808B-D7D4ECA3E0EC}"/>
          </ac:spMkLst>
        </pc:spChg>
        <pc:spChg chg="add mod ord">
          <ac:chgData name="Zanon, Julio" userId="3c36d808-1a9c-406c-9ed3-731aad3c2883" providerId="ADAL" clId="{FF39501A-A1D1-496D-B883-B14AFD3FDAFE}" dt="2026-09-03T09:47:12.972" v="1928" actId="1076"/>
          <ac:spMkLst>
            <pc:docMk/>
            <pc:sldMk cId="457500983" sldId="283"/>
            <ac:spMk id="16" creationId="{276FDCC3-A053-2279-9A11-3B4223F6BBF5}"/>
          </ac:spMkLst>
        </pc:spChg>
        <pc:spChg chg="add mod">
          <ac:chgData name="Zanon, Julio" userId="3c36d808-1a9c-406c-9ed3-731aad3c2883" providerId="ADAL" clId="{FF39501A-A1D1-496D-B883-B14AFD3FDAFE}" dt="2026-09-03T09:49:30.335" v="2021" actId="113"/>
          <ac:spMkLst>
            <pc:docMk/>
            <pc:sldMk cId="457500983" sldId="283"/>
            <ac:spMk id="18" creationId="{9C6B9A66-437A-CE2C-C588-9DE3CC7B55BC}"/>
          </ac:spMkLst>
        </pc:spChg>
        <pc:grpChg chg="add mod">
          <ac:chgData name="Zanon, Julio" userId="3c36d808-1a9c-406c-9ed3-731aad3c2883" providerId="ADAL" clId="{FF39501A-A1D1-496D-B883-B14AFD3FDAFE}" dt="2026-09-03T09:43:12.374" v="1733" actId="1076"/>
          <ac:grpSpMkLst>
            <pc:docMk/>
            <pc:sldMk cId="457500983" sldId="283"/>
            <ac:grpSpMk id="12" creationId="{E392AEAF-4506-5AB7-2E0F-853F0B1F1944}"/>
          </ac:grpSpMkLst>
        </pc:grpChg>
        <pc:picChg chg="add mod">
          <ac:chgData name="Zanon, Julio" userId="3c36d808-1a9c-406c-9ed3-731aad3c2883" providerId="ADAL" clId="{FF39501A-A1D1-496D-B883-B14AFD3FDAFE}" dt="2026-09-03T09:42:45.951" v="1722" actId="1076"/>
          <ac:picMkLst>
            <pc:docMk/>
            <pc:sldMk cId="457500983" sldId="283"/>
            <ac:picMk id="6" creationId="{643E9D96-4449-B713-0854-452F74198B09}"/>
          </ac:picMkLst>
        </pc:picChg>
        <pc:picChg chg="add mod">
          <ac:chgData name="Zanon, Julio" userId="3c36d808-1a9c-406c-9ed3-731aad3c2883" providerId="ADAL" clId="{FF39501A-A1D1-496D-B883-B14AFD3FDAFE}" dt="2026-09-03T09:43:10.528" v="1732" actId="164"/>
          <ac:picMkLst>
            <pc:docMk/>
            <pc:sldMk cId="457500983" sldId="283"/>
            <ac:picMk id="8" creationId="{6BB9C9DD-308E-BDEE-76C8-29AF9A859B41}"/>
          </ac:picMkLst>
        </pc:picChg>
        <pc:picChg chg="add del">
          <ac:chgData name="Zanon, Julio" userId="3c36d808-1a9c-406c-9ed3-731aad3c2883" providerId="ADAL" clId="{FF39501A-A1D1-496D-B883-B14AFD3FDAFE}" dt="2026-09-03T09:42:24.102" v="1718" actId="478"/>
          <ac:picMkLst>
            <pc:docMk/>
            <pc:sldMk cId="457500983" sldId="283"/>
            <ac:picMk id="10" creationId="{37C92529-460D-8786-11BB-1D928364D021}"/>
          </ac:picMkLst>
        </pc:picChg>
        <pc:picChg chg="add mod modCrop">
          <ac:chgData name="Zanon, Julio" userId="3c36d808-1a9c-406c-9ed3-731aad3c2883" providerId="ADAL" clId="{FF39501A-A1D1-496D-B883-B14AFD3FDAFE}" dt="2026-09-03T09:43:10.528" v="1732" actId="164"/>
          <ac:picMkLst>
            <pc:docMk/>
            <pc:sldMk cId="457500983" sldId="283"/>
            <ac:picMk id="11" creationId="{BD31E233-A775-90E7-EA45-DC5CAD69900A}"/>
          </ac:picMkLst>
        </pc:picChg>
        <pc:picChg chg="add del mod">
          <ac:chgData name="Zanon, Julio" userId="3c36d808-1a9c-406c-9ed3-731aad3c2883" providerId="ADAL" clId="{FF39501A-A1D1-496D-B883-B14AFD3FDAFE}" dt="2026-09-03T09:45:36.830" v="1804" actId="478"/>
          <ac:picMkLst>
            <pc:docMk/>
            <pc:sldMk cId="457500983" sldId="283"/>
            <ac:picMk id="14" creationId="{0B308D25-5FE6-C436-FDBC-BBF216E56465}"/>
          </ac:picMkLst>
        </pc:picChg>
      </pc:sldChg>
      <pc:sldChg chg="addSp modSp new mod">
        <pc:chgData name="Zanon, Julio" userId="3c36d808-1a9c-406c-9ed3-731aad3c2883" providerId="ADAL" clId="{FF39501A-A1D1-496D-B883-B14AFD3FDAFE}" dt="2026-09-03T09:58:04.213" v="2287" actId="313"/>
        <pc:sldMkLst>
          <pc:docMk/>
          <pc:sldMk cId="365219013" sldId="284"/>
        </pc:sldMkLst>
        <pc:spChg chg="mod">
          <ac:chgData name="Zanon, Julio" userId="3c36d808-1a9c-406c-9ed3-731aad3c2883" providerId="ADAL" clId="{FF39501A-A1D1-496D-B883-B14AFD3FDAFE}" dt="2026-09-03T09:55:47.287" v="2187" actId="20577"/>
          <ac:spMkLst>
            <pc:docMk/>
            <pc:sldMk cId="365219013" sldId="284"/>
            <ac:spMk id="3" creationId="{8BBE2A79-E02D-8619-E482-C1843FF8D412}"/>
          </ac:spMkLst>
        </pc:spChg>
        <pc:spChg chg="add mod">
          <ac:chgData name="Zanon, Julio" userId="3c36d808-1a9c-406c-9ed3-731aad3c2883" providerId="ADAL" clId="{FF39501A-A1D1-496D-B883-B14AFD3FDAFE}" dt="2026-09-03T09:56:02.330" v="2193" actId="1076"/>
          <ac:spMkLst>
            <pc:docMk/>
            <pc:sldMk cId="365219013" sldId="284"/>
            <ac:spMk id="8" creationId="{E0FFC231-AFDB-4807-08E1-EC9B947C118F}"/>
          </ac:spMkLst>
        </pc:spChg>
        <pc:spChg chg="add mod">
          <ac:chgData name="Zanon, Julio" userId="3c36d808-1a9c-406c-9ed3-731aad3c2883" providerId="ADAL" clId="{FF39501A-A1D1-496D-B883-B14AFD3FDAFE}" dt="2026-09-03T09:57:04.979" v="2240" actId="313"/>
          <ac:spMkLst>
            <pc:docMk/>
            <pc:sldMk cId="365219013" sldId="284"/>
            <ac:spMk id="10" creationId="{1C739C10-E800-96A2-98CC-7F4C7A973E4A}"/>
          </ac:spMkLst>
        </pc:spChg>
        <pc:spChg chg="add mod">
          <ac:chgData name="Zanon, Julio" userId="3c36d808-1a9c-406c-9ed3-731aad3c2883" providerId="ADAL" clId="{FF39501A-A1D1-496D-B883-B14AFD3FDAFE}" dt="2026-09-03T09:56:02.330" v="2193" actId="1076"/>
          <ac:spMkLst>
            <pc:docMk/>
            <pc:sldMk cId="365219013" sldId="284"/>
            <ac:spMk id="12" creationId="{E9E5D0ED-DD12-D6F9-2E7A-D3926397705E}"/>
          </ac:spMkLst>
        </pc:spChg>
        <pc:spChg chg="add mod">
          <ac:chgData name="Zanon, Julio" userId="3c36d808-1a9c-406c-9ed3-731aad3c2883" providerId="ADAL" clId="{FF39501A-A1D1-496D-B883-B14AFD3FDAFE}" dt="2026-09-03T09:56:02.330" v="2193" actId="1076"/>
          <ac:spMkLst>
            <pc:docMk/>
            <pc:sldMk cId="365219013" sldId="284"/>
            <ac:spMk id="14" creationId="{E466CC54-8B94-7E83-0242-5B4027818CEF}"/>
          </ac:spMkLst>
        </pc:spChg>
        <pc:spChg chg="add mod">
          <ac:chgData name="Zanon, Julio" userId="3c36d808-1a9c-406c-9ed3-731aad3c2883" providerId="ADAL" clId="{FF39501A-A1D1-496D-B883-B14AFD3FDAFE}" dt="2026-09-03T09:56:02.330" v="2193" actId="1076"/>
          <ac:spMkLst>
            <pc:docMk/>
            <pc:sldMk cId="365219013" sldId="284"/>
            <ac:spMk id="16" creationId="{8EE3E2B9-2947-B779-60E5-9398C5481A5D}"/>
          </ac:spMkLst>
        </pc:spChg>
        <pc:spChg chg="add mod">
          <ac:chgData name="Zanon, Julio" userId="3c36d808-1a9c-406c-9ed3-731aad3c2883" providerId="ADAL" clId="{FF39501A-A1D1-496D-B883-B14AFD3FDAFE}" dt="2026-09-03T09:56:02.330" v="2193" actId="1076"/>
          <ac:spMkLst>
            <pc:docMk/>
            <pc:sldMk cId="365219013" sldId="284"/>
            <ac:spMk id="18" creationId="{833484E3-7A8C-D04E-1092-700691E8A4A8}"/>
          </ac:spMkLst>
        </pc:spChg>
        <pc:spChg chg="add mod">
          <ac:chgData name="Zanon, Julio" userId="3c36d808-1a9c-406c-9ed3-731aad3c2883" providerId="ADAL" clId="{FF39501A-A1D1-496D-B883-B14AFD3FDAFE}" dt="2026-09-03T09:56:02.330" v="2193" actId="1076"/>
          <ac:spMkLst>
            <pc:docMk/>
            <pc:sldMk cId="365219013" sldId="284"/>
            <ac:spMk id="20" creationId="{246BA510-13F2-94BE-4A46-5055EA170DC2}"/>
          </ac:spMkLst>
        </pc:spChg>
        <pc:spChg chg="mod">
          <ac:chgData name="Zanon, Julio" userId="3c36d808-1a9c-406c-9ed3-731aad3c2883" providerId="ADAL" clId="{FF39501A-A1D1-496D-B883-B14AFD3FDAFE}" dt="2026-09-03T09:55:56.791" v="2189" actId="27636"/>
          <ac:spMkLst>
            <pc:docMk/>
            <pc:sldMk cId="365219013" sldId="284"/>
            <ac:spMk id="22" creationId="{07EABCE4-E5FD-7BED-B1E1-9EDADE7E2292}"/>
          </ac:spMkLst>
        </pc:spChg>
        <pc:spChg chg="add mod">
          <ac:chgData name="Zanon, Julio" userId="3c36d808-1a9c-406c-9ed3-731aad3c2883" providerId="ADAL" clId="{FF39501A-A1D1-496D-B883-B14AFD3FDAFE}" dt="2026-09-03T09:56:02.330" v="2193" actId="1076"/>
          <ac:spMkLst>
            <pc:docMk/>
            <pc:sldMk cId="365219013" sldId="284"/>
            <ac:spMk id="24" creationId="{FDF5B226-6DE0-55F8-9255-18357D7BE448}"/>
          </ac:spMkLst>
        </pc:spChg>
        <pc:spChg chg="add mod">
          <ac:chgData name="Zanon, Julio" userId="3c36d808-1a9c-406c-9ed3-731aad3c2883" providerId="ADAL" clId="{FF39501A-A1D1-496D-B883-B14AFD3FDAFE}" dt="2026-09-03T09:56:02.330" v="2193" actId="1076"/>
          <ac:spMkLst>
            <pc:docMk/>
            <pc:sldMk cId="365219013" sldId="284"/>
            <ac:spMk id="26" creationId="{E2F2C55D-431D-10DA-B3D8-E15D748EA1A0}"/>
          </ac:spMkLst>
        </pc:spChg>
        <pc:spChg chg="add mod">
          <ac:chgData name="Zanon, Julio" userId="3c36d808-1a9c-406c-9ed3-731aad3c2883" providerId="ADAL" clId="{FF39501A-A1D1-496D-B883-B14AFD3FDAFE}" dt="2026-09-03T09:56:02.330" v="2193" actId="1076"/>
          <ac:spMkLst>
            <pc:docMk/>
            <pc:sldMk cId="365219013" sldId="284"/>
            <ac:spMk id="28" creationId="{731514D8-329A-7844-AE93-28ACDC54B25C}"/>
          </ac:spMkLst>
        </pc:spChg>
        <pc:spChg chg="add mod">
          <ac:chgData name="Zanon, Julio" userId="3c36d808-1a9c-406c-9ed3-731aad3c2883" providerId="ADAL" clId="{FF39501A-A1D1-496D-B883-B14AFD3FDAFE}" dt="2026-09-03T09:58:04.213" v="2287" actId="313"/>
          <ac:spMkLst>
            <pc:docMk/>
            <pc:sldMk cId="365219013" sldId="284"/>
            <ac:spMk id="30" creationId="{D7FD9B3C-9280-E91D-7398-FF8530243F04}"/>
          </ac:spMkLst>
        </pc:spChg>
        <pc:spChg chg="add mod">
          <ac:chgData name="Zanon, Julio" userId="3c36d808-1a9c-406c-9ed3-731aad3c2883" providerId="ADAL" clId="{FF39501A-A1D1-496D-B883-B14AFD3FDAFE}" dt="2026-09-03T09:56:45.199" v="2199" actId="1076"/>
          <ac:spMkLst>
            <pc:docMk/>
            <pc:sldMk cId="365219013" sldId="284"/>
            <ac:spMk id="32" creationId="{9F68D053-F4A1-7E0E-0299-4F975E63A8DA}"/>
          </ac:spMkLst>
        </pc:spChg>
      </pc:sldChg>
      <pc:sldChg chg="new del">
        <pc:chgData name="Zanon, Julio" userId="3c36d808-1a9c-406c-9ed3-731aad3c2883" providerId="ADAL" clId="{FF39501A-A1D1-496D-B883-B14AFD3FDAFE}" dt="2026-09-03T11:54:55.980" v="3175" actId="47"/>
        <pc:sldMkLst>
          <pc:docMk/>
          <pc:sldMk cId="591925126" sldId="285"/>
        </pc:sldMkLst>
      </pc:sldChg>
      <pc:sldChg chg="addSp modSp new del mod">
        <pc:chgData name="Zanon, Julio" userId="3c36d808-1a9c-406c-9ed3-731aad3c2883" providerId="ADAL" clId="{FF39501A-A1D1-496D-B883-B14AFD3FDAFE}" dt="2026-09-03T10:01:16.396" v="2409" actId="47"/>
        <pc:sldMkLst>
          <pc:docMk/>
          <pc:sldMk cId="3013758018" sldId="285"/>
        </pc:sldMkLst>
        <pc:picChg chg="add mod">
          <ac:chgData name="Zanon, Julio" userId="3c36d808-1a9c-406c-9ed3-731aad3c2883" providerId="ADAL" clId="{FF39501A-A1D1-496D-B883-B14AFD3FDAFE}" dt="2026-09-03T10:00:11.533" v="2399" actId="1076"/>
          <ac:picMkLst>
            <pc:docMk/>
            <pc:sldMk cId="3013758018" sldId="285"/>
            <ac:picMk id="7" creationId="{06660A8B-DC49-95E0-D44B-40F81ABB07DC}"/>
          </ac:picMkLst>
        </pc:picChg>
        <pc:picChg chg="add mod">
          <ac:chgData name="Zanon, Julio" userId="3c36d808-1a9c-406c-9ed3-731aad3c2883" providerId="ADAL" clId="{FF39501A-A1D1-496D-B883-B14AFD3FDAFE}" dt="2026-09-03T10:00:13.555" v="2400" actId="571"/>
          <ac:picMkLst>
            <pc:docMk/>
            <pc:sldMk cId="3013758018" sldId="285"/>
            <ac:picMk id="8" creationId="{E370FFDC-6D29-3A1F-FCA1-AA690AA7B5EF}"/>
          </ac:picMkLst>
        </pc:picChg>
        <pc:picChg chg="add mod">
          <ac:chgData name="Zanon, Julio" userId="3c36d808-1a9c-406c-9ed3-731aad3c2883" providerId="ADAL" clId="{FF39501A-A1D1-496D-B883-B14AFD3FDAFE}" dt="2026-09-03T10:00:21.423" v="2401" actId="571"/>
          <ac:picMkLst>
            <pc:docMk/>
            <pc:sldMk cId="3013758018" sldId="285"/>
            <ac:picMk id="9" creationId="{487F73E2-98E9-8928-91CD-BA694039397C}"/>
          </ac:picMkLst>
        </pc:picChg>
        <pc:picChg chg="add mod">
          <ac:chgData name="Zanon, Julio" userId="3c36d808-1a9c-406c-9ed3-731aad3c2883" providerId="ADAL" clId="{FF39501A-A1D1-496D-B883-B14AFD3FDAFE}" dt="2026-09-03T10:00:24.900" v="2402" actId="571"/>
          <ac:picMkLst>
            <pc:docMk/>
            <pc:sldMk cId="3013758018" sldId="285"/>
            <ac:picMk id="10" creationId="{BB236D19-EE06-64F3-8437-3BEA57BD5932}"/>
          </ac:picMkLst>
        </pc:picChg>
      </pc:sldChg>
      <pc:sldChg chg="new del">
        <pc:chgData name="Zanon, Julio" userId="3c36d808-1a9c-406c-9ed3-731aad3c2883" providerId="ADAL" clId="{FF39501A-A1D1-496D-B883-B14AFD3FDAFE}" dt="2026-09-03T11:47:32.232" v="2829" actId="680"/>
        <pc:sldMkLst>
          <pc:docMk/>
          <pc:sldMk cId="4112421206" sldId="285"/>
        </pc:sldMkLst>
      </pc:sldChg>
      <pc:sldChg chg="modSp new del mod">
        <pc:chgData name="Zanon, Julio" userId="3c36d808-1a9c-406c-9ed3-731aad3c2883" providerId="ADAL" clId="{FF39501A-A1D1-496D-B883-B14AFD3FDAFE}" dt="2026-09-03T11:54:43.851" v="3173" actId="47"/>
        <pc:sldMkLst>
          <pc:docMk/>
          <pc:sldMk cId="4178807595" sldId="285"/>
        </pc:sldMkLst>
        <pc:spChg chg="mod">
          <ac:chgData name="Zanon, Julio" userId="3c36d808-1a9c-406c-9ed3-731aad3c2883" providerId="ADAL" clId="{FF39501A-A1D1-496D-B883-B14AFD3FDAFE}" dt="2026-09-03T11:54:21.211" v="3170" actId="20577"/>
          <ac:spMkLst>
            <pc:docMk/>
            <pc:sldMk cId="4178807595" sldId="285"/>
            <ac:spMk id="6" creationId="{302C74F0-4748-02FB-4C13-08B5302D9C02}"/>
          </ac:spMkLst>
        </pc:spChg>
      </pc:sldChg>
      <pc:sldChg chg="addSp modSp new del mod">
        <pc:chgData name="Zanon, Julio" userId="3c36d808-1a9c-406c-9ed3-731aad3c2883" providerId="ADAL" clId="{FF39501A-A1D1-496D-B883-B14AFD3FDAFE}" dt="2026-09-03T10:01:16.396" v="2409" actId="47"/>
        <pc:sldMkLst>
          <pc:docMk/>
          <pc:sldMk cId="3507078084" sldId="286"/>
        </pc:sldMkLst>
        <pc:picChg chg="add mod">
          <ac:chgData name="Zanon, Julio" userId="3c36d808-1a9c-406c-9ed3-731aad3c2883" providerId="ADAL" clId="{FF39501A-A1D1-496D-B883-B14AFD3FDAFE}" dt="2026-09-03T10:00:39.027" v="2408" actId="1076"/>
          <ac:picMkLst>
            <pc:docMk/>
            <pc:sldMk cId="3507078084" sldId="286"/>
            <ac:picMk id="6" creationId="{CB6831B0-D323-E7A3-BF0B-D9C46A5F08F4}"/>
          </ac:picMkLst>
        </pc:picChg>
        <pc:picChg chg="add mod">
          <ac:chgData name="Zanon, Julio" userId="3c36d808-1a9c-406c-9ed3-731aad3c2883" providerId="ADAL" clId="{FF39501A-A1D1-496D-B883-B14AFD3FDAFE}" dt="2026-09-03T10:00:37.622" v="2407" actId="571"/>
          <ac:picMkLst>
            <pc:docMk/>
            <pc:sldMk cId="3507078084" sldId="286"/>
            <ac:picMk id="7" creationId="{EBC4B79E-0C15-EE8F-46CF-4A6A073A82F1}"/>
          </ac:picMkLst>
        </pc:picChg>
      </pc:sldChg>
      <pc:sldMasterChg chg="addSldLayout delSldLayout modSldLayout sldLayoutOrd">
        <pc:chgData name="Zanon, Julio" userId="3c36d808-1a9c-406c-9ed3-731aad3c2883" providerId="ADAL" clId="{FF39501A-A1D1-496D-B883-B14AFD3FDAFE}" dt="2026-09-03T11:53:48.276" v="3164" actId="1035"/>
        <pc:sldMasterMkLst>
          <pc:docMk/>
          <pc:sldMasterMk cId="482435735" sldId="2147483661"/>
        </pc:sldMasterMkLst>
        <pc:sldLayoutChg chg="addSp delSp modSp del mod">
          <pc:chgData name="Zanon, Julio" userId="3c36d808-1a9c-406c-9ed3-731aad3c2883" providerId="ADAL" clId="{FF39501A-A1D1-496D-B883-B14AFD3FDAFE}" dt="2026-09-03T07:15:46.752" v="393" actId="47"/>
          <pc:sldLayoutMkLst>
            <pc:docMk/>
            <pc:sldMasterMk cId="482435735" sldId="2147483661"/>
            <pc:sldLayoutMk cId="3047668964" sldId="2147483663"/>
          </pc:sldLayoutMkLst>
          <pc:spChg chg="del">
            <ac:chgData name="Zanon, Julio" userId="3c36d808-1a9c-406c-9ed3-731aad3c2883" providerId="ADAL" clId="{FF39501A-A1D1-496D-B883-B14AFD3FDAFE}" dt="2026-09-03T07:02:38.735" v="128" actId="478"/>
            <ac:spMkLst>
              <pc:docMk/>
              <pc:sldMasterMk cId="482435735" sldId="2147483661"/>
              <pc:sldLayoutMk cId="3047668964" sldId="2147483663"/>
              <ac:spMk id="41" creationId="{22769314-064B-E84D-F0E9-50DC152D6CCA}"/>
            </ac:spMkLst>
          </pc:spChg>
          <pc:spChg chg="add mod">
            <ac:chgData name="Zanon, Julio" userId="3c36d808-1a9c-406c-9ed3-731aad3c2883" providerId="ADAL" clId="{FF39501A-A1D1-496D-B883-B14AFD3FDAFE}" dt="2026-09-03T07:05:23.999" v="243"/>
            <ac:spMkLst>
              <pc:docMk/>
              <pc:sldMasterMk cId="482435735" sldId="2147483661"/>
              <pc:sldLayoutMk cId="3047668964" sldId="2147483663"/>
              <ac:spMk id="45" creationId="{DA5072D1-2844-CF95-380F-0B4C424D8972}"/>
            </ac:spMkLst>
          </pc:spChg>
        </pc:sldLayoutChg>
        <pc:sldLayoutChg chg="addSp delSp modSp mod">
          <pc:chgData name="Zanon, Julio" userId="3c36d808-1a9c-406c-9ed3-731aad3c2883" providerId="ADAL" clId="{FF39501A-A1D1-496D-B883-B14AFD3FDAFE}" dt="2026-09-03T11:53:48.276" v="3164" actId="1035"/>
          <pc:sldLayoutMkLst>
            <pc:docMk/>
            <pc:sldMasterMk cId="482435735" sldId="2147483661"/>
            <pc:sldLayoutMk cId="672108651" sldId="2147483677"/>
          </pc:sldLayoutMkLst>
          <pc:spChg chg="add del mod">
            <ac:chgData name="Zanon, Julio" userId="3c36d808-1a9c-406c-9ed3-731aad3c2883" providerId="ADAL" clId="{FF39501A-A1D1-496D-B883-B14AFD3FDAFE}" dt="2026-09-03T10:16:28.304" v="2439" actId="478"/>
            <ac:spMkLst>
              <pc:docMk/>
              <pc:sldMasterMk cId="482435735" sldId="2147483661"/>
              <pc:sldLayoutMk cId="672108651" sldId="2147483677"/>
              <ac:spMk id="2" creationId="{5333D494-D757-9BE6-6945-17E6FD91590D}"/>
            </ac:spMkLst>
          </pc:spChg>
          <pc:spChg chg="add">
            <ac:chgData name="Zanon, Julio" userId="3c36d808-1a9c-406c-9ed3-731aad3c2883" providerId="ADAL" clId="{FF39501A-A1D1-496D-B883-B14AFD3FDAFE}" dt="2026-09-03T10:16:28.678" v="2440" actId="22"/>
            <ac:spMkLst>
              <pc:docMk/>
              <pc:sldMasterMk cId="482435735" sldId="2147483661"/>
              <pc:sldLayoutMk cId="672108651" sldId="2147483677"/>
              <ac:spMk id="4" creationId="{712D2153-E66D-55AB-8DF3-8C6BE70B98F4}"/>
            </ac:spMkLst>
          </pc:spChg>
          <pc:spChg chg="add del mod">
            <ac:chgData name="Zanon, Julio" userId="3c36d808-1a9c-406c-9ed3-731aad3c2883" providerId="ADAL" clId="{FF39501A-A1D1-496D-B883-B14AFD3FDAFE}" dt="2026-09-03T10:15:45.305" v="2429" actId="478"/>
            <ac:spMkLst>
              <pc:docMk/>
              <pc:sldMasterMk cId="482435735" sldId="2147483661"/>
              <pc:sldLayoutMk cId="672108651" sldId="2147483677"/>
              <ac:spMk id="8" creationId="{B0DBC393-9F25-3C1B-2DB9-56DBAADBC2C9}"/>
            </ac:spMkLst>
          </pc:spChg>
          <pc:spChg chg="mod">
            <ac:chgData name="Zanon, Julio" userId="3c36d808-1a9c-406c-9ed3-731aad3c2883" providerId="ADAL" clId="{FF39501A-A1D1-496D-B883-B14AFD3FDAFE}" dt="2026-09-03T11:51:18.583" v="3060" actId="1076"/>
            <ac:spMkLst>
              <pc:docMk/>
              <pc:sldMasterMk cId="482435735" sldId="2147483661"/>
              <pc:sldLayoutMk cId="672108651" sldId="2147483677"/>
              <ac:spMk id="11" creationId="{09529F6F-BDA2-DE4C-B0C4-8C86F4418557}"/>
            </ac:spMkLst>
          </pc:spChg>
          <pc:spChg chg="mod">
            <ac:chgData name="Zanon, Julio" userId="3c36d808-1a9c-406c-9ed3-731aad3c2883" providerId="ADAL" clId="{FF39501A-A1D1-496D-B883-B14AFD3FDAFE}" dt="2026-09-03T06:59:09.381" v="52" actId="20577"/>
            <ac:spMkLst>
              <pc:docMk/>
              <pc:sldMasterMk cId="482435735" sldId="2147483661"/>
              <pc:sldLayoutMk cId="672108651" sldId="2147483677"/>
              <ac:spMk id="13" creationId="{F20F5FD9-7311-0383-F31D-066B5FB06783}"/>
            </ac:spMkLst>
          </pc:spChg>
          <pc:spChg chg="mod">
            <ac:chgData name="Zanon, Julio" userId="3c36d808-1a9c-406c-9ed3-731aad3c2883" providerId="ADAL" clId="{FF39501A-A1D1-496D-B883-B14AFD3FDAFE}" dt="2026-09-03T10:14:35.952" v="2419" actId="1035"/>
            <ac:spMkLst>
              <pc:docMk/>
              <pc:sldMasterMk cId="482435735" sldId="2147483661"/>
              <pc:sldLayoutMk cId="672108651" sldId="2147483677"/>
              <ac:spMk id="17" creationId="{05189D40-857C-1754-7FE1-E78A5CCA379A}"/>
            </ac:spMkLst>
          </pc:spChg>
          <pc:spChg chg="add del mod">
            <ac:chgData name="Zanon, Julio" userId="3c36d808-1a9c-406c-9ed3-731aad3c2883" providerId="ADAL" clId="{FF39501A-A1D1-496D-B883-B14AFD3FDAFE}" dt="2026-09-03T10:20:36.955" v="2463" actId="478"/>
            <ac:spMkLst>
              <pc:docMk/>
              <pc:sldMasterMk cId="482435735" sldId="2147483661"/>
              <pc:sldLayoutMk cId="672108651" sldId="2147483677"/>
              <ac:spMk id="18" creationId="{35269A96-0C8C-5880-B0C7-6D8AAF8F0AF0}"/>
            </ac:spMkLst>
          </pc:spChg>
          <pc:spChg chg="del mod">
            <ac:chgData name="Zanon, Julio" userId="3c36d808-1a9c-406c-9ed3-731aad3c2883" providerId="ADAL" clId="{FF39501A-A1D1-496D-B883-B14AFD3FDAFE}" dt="2026-09-03T07:04:19.238" v="210" actId="478"/>
            <ac:spMkLst>
              <pc:docMk/>
              <pc:sldMasterMk cId="482435735" sldId="2147483661"/>
              <pc:sldLayoutMk cId="672108651" sldId="2147483677"/>
              <ac:spMk id="19" creationId="{504DEE87-5AC8-6BA6-2E45-759F58276B66}"/>
            </ac:spMkLst>
          </pc:spChg>
          <pc:spChg chg="add mod">
            <ac:chgData name="Zanon, Julio" userId="3c36d808-1a9c-406c-9ed3-731aad3c2883" providerId="ADAL" clId="{FF39501A-A1D1-496D-B883-B14AFD3FDAFE}" dt="2026-09-03T07:17:23.070" v="403" actId="14100"/>
            <ac:spMkLst>
              <pc:docMk/>
              <pc:sldMasterMk cId="482435735" sldId="2147483661"/>
              <pc:sldLayoutMk cId="672108651" sldId="2147483677"/>
              <ac:spMk id="21" creationId="{B6A5739A-7B5F-EA1A-887F-3486A6BB2C15}"/>
            </ac:spMkLst>
          </pc:spChg>
          <pc:spChg chg="add del mod">
            <ac:chgData name="Zanon, Julio" userId="3c36d808-1a9c-406c-9ed3-731aad3c2883" providerId="ADAL" clId="{FF39501A-A1D1-496D-B883-B14AFD3FDAFE}" dt="2026-09-03T10:33:21.866" v="2821" actId="478"/>
            <ac:spMkLst>
              <pc:docMk/>
              <pc:sldMasterMk cId="482435735" sldId="2147483661"/>
              <pc:sldLayoutMk cId="672108651" sldId="2147483677"/>
              <ac:spMk id="22" creationId="{2DA2B35E-DCAE-E6C1-D378-4EF076AD0CE6}"/>
            </ac:spMkLst>
          </pc:spChg>
          <pc:spChg chg="add del mod">
            <ac:chgData name="Zanon, Julio" userId="3c36d808-1a9c-406c-9ed3-731aad3c2883" providerId="ADAL" clId="{FF39501A-A1D1-496D-B883-B14AFD3FDAFE}" dt="2026-09-03T10:22:42.721" v="2513" actId="478"/>
            <ac:spMkLst>
              <pc:docMk/>
              <pc:sldMasterMk cId="482435735" sldId="2147483661"/>
              <pc:sldLayoutMk cId="672108651" sldId="2147483677"/>
              <ac:spMk id="24" creationId="{5D016548-5D84-335D-CFE4-F7AED4C967DD}"/>
            </ac:spMkLst>
          </pc:spChg>
          <pc:spChg chg="add del mod">
            <ac:chgData name="Zanon, Julio" userId="3c36d808-1a9c-406c-9ed3-731aad3c2883" providerId="ADAL" clId="{FF39501A-A1D1-496D-B883-B14AFD3FDAFE}" dt="2026-09-03T10:30:52.120" v="2794" actId="478"/>
            <ac:spMkLst>
              <pc:docMk/>
              <pc:sldMasterMk cId="482435735" sldId="2147483661"/>
              <pc:sldLayoutMk cId="672108651" sldId="2147483677"/>
              <ac:spMk id="25" creationId="{E2BD1578-DCB0-6BCD-0150-03F60469C684}"/>
            </ac:spMkLst>
          </pc:spChg>
          <pc:spChg chg="add mod">
            <ac:chgData name="Zanon, Julio" userId="3c36d808-1a9c-406c-9ed3-731aad3c2883" providerId="ADAL" clId="{FF39501A-A1D1-496D-B883-B14AFD3FDAFE}" dt="2026-09-03T10:33:19.464" v="2820" actId="1076"/>
            <ac:spMkLst>
              <pc:docMk/>
              <pc:sldMasterMk cId="482435735" sldId="2147483661"/>
              <pc:sldLayoutMk cId="672108651" sldId="2147483677"/>
              <ac:spMk id="30" creationId="{5BDA9891-B5A3-4536-DDC7-1F387083BD8E}"/>
            </ac:spMkLst>
          </pc:spChg>
          <pc:spChg chg="add del mod">
            <ac:chgData name="Zanon, Julio" userId="3c36d808-1a9c-406c-9ed3-731aad3c2883" providerId="ADAL" clId="{FF39501A-A1D1-496D-B883-B14AFD3FDAFE}" dt="2026-09-03T11:53:48.276" v="3164" actId="1035"/>
            <ac:spMkLst>
              <pc:docMk/>
              <pc:sldMasterMk cId="482435735" sldId="2147483661"/>
              <pc:sldLayoutMk cId="672108651" sldId="2147483677"/>
              <ac:spMk id="31" creationId="{5C13C99F-018C-7EAD-0EDB-6DBD6A8F50CD}"/>
            </ac:spMkLst>
          </pc:spChg>
          <pc:spChg chg="add mod">
            <ac:chgData name="Zanon, Julio" userId="3c36d808-1a9c-406c-9ed3-731aad3c2883" providerId="ADAL" clId="{FF39501A-A1D1-496D-B883-B14AFD3FDAFE}" dt="2026-09-03T11:53:48.276" v="3164" actId="1035"/>
            <ac:spMkLst>
              <pc:docMk/>
              <pc:sldMasterMk cId="482435735" sldId="2147483661"/>
              <pc:sldLayoutMk cId="672108651" sldId="2147483677"/>
              <ac:spMk id="33" creationId="{CC2E80E6-0AC4-18CC-8836-29076C1289B6}"/>
            </ac:spMkLst>
          </pc:spChg>
          <pc:picChg chg="add del mod">
            <ac:chgData name="Zanon, Julio" userId="3c36d808-1a9c-406c-9ed3-731aad3c2883" providerId="ADAL" clId="{FF39501A-A1D1-496D-B883-B14AFD3FDAFE}" dt="2026-09-03T10:25:21.218" v="2633" actId="478"/>
            <ac:picMkLst>
              <pc:docMk/>
              <pc:sldMasterMk cId="482435735" sldId="2147483661"/>
              <pc:sldLayoutMk cId="672108651" sldId="2147483677"/>
              <ac:picMk id="27" creationId="{99724ACF-8AD9-B10F-9194-5DEEFA78ECB3}"/>
            </ac:picMkLst>
          </pc:picChg>
          <pc:picChg chg="add del mod">
            <ac:chgData name="Zanon, Julio" userId="3c36d808-1a9c-406c-9ed3-731aad3c2883" providerId="ADAL" clId="{FF39501A-A1D1-496D-B883-B14AFD3FDAFE}" dt="2026-09-03T10:33:24.876" v="2822" actId="478"/>
            <ac:picMkLst>
              <pc:docMk/>
              <pc:sldMasterMk cId="482435735" sldId="2147483661"/>
              <pc:sldLayoutMk cId="672108651" sldId="2147483677"/>
              <ac:picMk id="29" creationId="{96132DD4-DC09-6447-1BC3-55658CC5D9BF}"/>
            </ac:picMkLst>
          </pc:picChg>
        </pc:sldLayoutChg>
        <pc:sldLayoutChg chg="addSp delSp modSp mod">
          <pc:chgData name="Zanon, Julio" userId="3c36d808-1a9c-406c-9ed3-731aad3c2883" providerId="ADAL" clId="{FF39501A-A1D1-496D-B883-B14AFD3FDAFE}" dt="2026-09-03T10:16:18.907" v="2438" actId="1038"/>
          <pc:sldLayoutMkLst>
            <pc:docMk/>
            <pc:sldMasterMk cId="482435735" sldId="2147483661"/>
            <pc:sldLayoutMk cId="345799895" sldId="2147483679"/>
          </pc:sldLayoutMkLst>
          <pc:spChg chg="add mod">
            <ac:chgData name="Zanon, Julio" userId="3c36d808-1a9c-406c-9ed3-731aad3c2883" providerId="ADAL" clId="{FF39501A-A1D1-496D-B883-B14AFD3FDAFE}" dt="2026-09-03T07:19:23.158" v="412" actId="948"/>
            <ac:spMkLst>
              <pc:docMk/>
              <pc:sldMasterMk cId="482435735" sldId="2147483661"/>
              <pc:sldLayoutMk cId="345799895" sldId="2147483679"/>
              <ac:spMk id="2" creationId="{501A4EC5-6C9E-B1D1-251D-401C072DA999}"/>
            </ac:spMkLst>
          </pc:spChg>
          <pc:spChg chg="add mod">
            <ac:chgData name="Zanon, Julio" userId="3c36d808-1a9c-406c-9ed3-731aad3c2883" providerId="ADAL" clId="{FF39501A-A1D1-496D-B883-B14AFD3FDAFE}" dt="2026-09-03T10:16:18.907" v="2438" actId="1038"/>
            <ac:spMkLst>
              <pc:docMk/>
              <pc:sldMasterMk cId="482435735" sldId="2147483661"/>
              <pc:sldLayoutMk cId="345799895" sldId="2147483679"/>
              <ac:spMk id="4" creationId="{BE6ECEB8-5ACC-1F7D-FB8C-82A34AE3785B}"/>
            </ac:spMkLst>
          </pc:spChg>
          <pc:spChg chg="del">
            <ac:chgData name="Zanon, Julio" userId="3c36d808-1a9c-406c-9ed3-731aad3c2883" providerId="ADAL" clId="{FF39501A-A1D1-496D-B883-B14AFD3FDAFE}" dt="2026-09-03T07:01:43.501" v="87" actId="478"/>
            <ac:spMkLst>
              <pc:docMk/>
              <pc:sldMasterMk cId="482435735" sldId="2147483661"/>
              <pc:sldLayoutMk cId="345799895" sldId="2147483679"/>
              <ac:spMk id="4" creationId="{C5095B86-6F1B-5E20-06AF-0E1E5C97D623}"/>
            </ac:spMkLst>
          </pc:spChg>
          <pc:spChg chg="del mod">
            <ac:chgData name="Zanon, Julio" userId="3c36d808-1a9c-406c-9ed3-731aad3c2883" providerId="ADAL" clId="{FF39501A-A1D1-496D-B883-B14AFD3FDAFE}" dt="2026-09-03T10:16:12.414" v="2432" actId="478"/>
            <ac:spMkLst>
              <pc:docMk/>
              <pc:sldMasterMk cId="482435735" sldId="2147483661"/>
              <pc:sldLayoutMk cId="345799895" sldId="2147483679"/>
              <ac:spMk id="8" creationId="{B0DBC393-9F25-3C1B-2DB9-56DBAADBC2C9}"/>
            </ac:spMkLst>
          </pc:spChg>
          <pc:spChg chg="mod">
            <ac:chgData name="Zanon, Julio" userId="3c36d808-1a9c-406c-9ed3-731aad3c2883" providerId="ADAL" clId="{FF39501A-A1D1-496D-B883-B14AFD3FDAFE}" dt="2026-09-03T07:21:30.219" v="418"/>
            <ac:spMkLst>
              <pc:docMk/>
              <pc:sldMasterMk cId="482435735" sldId="2147483661"/>
              <pc:sldLayoutMk cId="345799895" sldId="2147483679"/>
              <ac:spMk id="13" creationId="{F20F5FD9-7311-0383-F31D-066B5FB06783}"/>
            </ac:spMkLst>
          </pc:spChg>
        </pc:sldLayoutChg>
        <pc:sldLayoutChg chg="addSp delSp modSp add mod ord replId modTransition">
          <pc:chgData name="Zanon, Julio" userId="3c36d808-1a9c-406c-9ed3-731aad3c2883" providerId="ADAL" clId="{FF39501A-A1D1-496D-B883-B14AFD3FDAFE}" dt="2026-09-03T07:11:10.336" v="365" actId="207"/>
          <pc:sldLayoutMkLst>
            <pc:docMk/>
            <pc:sldMasterMk cId="482435735" sldId="2147483661"/>
            <pc:sldLayoutMk cId="384122642" sldId="2147483688"/>
          </pc:sldLayoutMkLst>
          <pc:spChg chg="del mod">
            <ac:chgData name="Zanon, Julio" userId="3c36d808-1a9c-406c-9ed3-731aad3c2883" providerId="ADAL" clId="{FF39501A-A1D1-496D-B883-B14AFD3FDAFE}" dt="2026-09-03T07:10:44.748" v="355" actId="478"/>
            <ac:spMkLst>
              <pc:docMk/>
              <pc:sldMasterMk cId="482435735" sldId="2147483661"/>
              <pc:sldLayoutMk cId="384122642" sldId="2147483688"/>
              <ac:spMk id="5" creationId="{9C3AC72C-8547-5DDA-5830-A3AF3FAED32B}"/>
            </ac:spMkLst>
          </pc:spChg>
          <pc:spChg chg="del">
            <ac:chgData name="Zanon, Julio" userId="3c36d808-1a9c-406c-9ed3-731aad3c2883" providerId="ADAL" clId="{FF39501A-A1D1-496D-B883-B14AFD3FDAFE}" dt="2026-09-03T07:07:44.924" v="261" actId="478"/>
            <ac:spMkLst>
              <pc:docMk/>
              <pc:sldMasterMk cId="482435735" sldId="2147483661"/>
              <pc:sldLayoutMk cId="384122642" sldId="2147483688"/>
              <ac:spMk id="7" creationId="{E7BB81B1-6ADD-CBC7-5DBA-6E25161FAC9E}"/>
            </ac:spMkLst>
          </pc:spChg>
          <pc:spChg chg="mod ord">
            <ac:chgData name="Zanon, Julio" userId="3c36d808-1a9c-406c-9ed3-731aad3c2883" providerId="ADAL" clId="{FF39501A-A1D1-496D-B883-B14AFD3FDAFE}" dt="2026-09-03T07:09:08.841" v="279" actId="166"/>
            <ac:spMkLst>
              <pc:docMk/>
              <pc:sldMasterMk cId="482435735" sldId="2147483661"/>
              <pc:sldLayoutMk cId="384122642" sldId="2147483688"/>
              <ac:spMk id="8" creationId="{B0DBC393-9F25-3C1B-2DB9-56DBAADBC2C9}"/>
            </ac:spMkLst>
          </pc:spChg>
          <pc:spChg chg="del mod">
            <ac:chgData name="Zanon, Julio" userId="3c36d808-1a9c-406c-9ed3-731aad3c2883" providerId="ADAL" clId="{FF39501A-A1D1-496D-B883-B14AFD3FDAFE}" dt="2026-09-03T07:10:43.019" v="354" actId="478"/>
            <ac:spMkLst>
              <pc:docMk/>
              <pc:sldMasterMk cId="482435735" sldId="2147483661"/>
              <pc:sldLayoutMk cId="384122642" sldId="2147483688"/>
              <ac:spMk id="9" creationId="{303CC93C-82D0-AE85-61F1-77581FC0C7AC}"/>
            </ac:spMkLst>
          </pc:spChg>
          <pc:spChg chg="mod">
            <ac:chgData name="Zanon, Julio" userId="3c36d808-1a9c-406c-9ed3-731aad3c2883" providerId="ADAL" clId="{FF39501A-A1D1-496D-B883-B14AFD3FDAFE}" dt="2026-09-03T07:10:57.912" v="364" actId="1036"/>
            <ac:spMkLst>
              <pc:docMk/>
              <pc:sldMasterMk cId="482435735" sldId="2147483661"/>
              <pc:sldLayoutMk cId="384122642" sldId="2147483688"/>
              <ac:spMk id="10" creationId="{717E2425-540C-A85B-22D5-DACCC1D5A2B4}"/>
            </ac:spMkLst>
          </pc:spChg>
          <pc:spChg chg="del">
            <ac:chgData name="Zanon, Julio" userId="3c36d808-1a9c-406c-9ed3-731aad3c2883" providerId="ADAL" clId="{FF39501A-A1D1-496D-B883-B14AFD3FDAFE}" dt="2026-09-03T07:07:39.103" v="259" actId="478"/>
            <ac:spMkLst>
              <pc:docMk/>
              <pc:sldMasterMk cId="482435735" sldId="2147483661"/>
              <pc:sldLayoutMk cId="384122642" sldId="2147483688"/>
              <ac:spMk id="11" creationId="{09529F6F-BDA2-DE4C-B0C4-8C86F4418557}"/>
            </ac:spMkLst>
          </pc:spChg>
          <pc:spChg chg="mod">
            <ac:chgData name="Zanon, Julio" userId="3c36d808-1a9c-406c-9ed3-731aad3c2883" providerId="ADAL" clId="{FF39501A-A1D1-496D-B883-B14AFD3FDAFE}" dt="2026-09-03T07:10:39.386" v="353" actId="12788"/>
            <ac:spMkLst>
              <pc:docMk/>
              <pc:sldMasterMk cId="482435735" sldId="2147483661"/>
              <pc:sldLayoutMk cId="384122642" sldId="2147483688"/>
              <ac:spMk id="14" creationId="{0DD80D4D-6651-B6B9-9165-7EFC0560260B}"/>
            </ac:spMkLst>
          </pc:spChg>
          <pc:spChg chg="mod">
            <ac:chgData name="Zanon, Julio" userId="3c36d808-1a9c-406c-9ed3-731aad3c2883" providerId="ADAL" clId="{FF39501A-A1D1-496D-B883-B14AFD3FDAFE}" dt="2026-09-03T07:11:10.336" v="365" actId="207"/>
            <ac:spMkLst>
              <pc:docMk/>
              <pc:sldMasterMk cId="482435735" sldId="2147483661"/>
              <pc:sldLayoutMk cId="384122642" sldId="2147483688"/>
              <ac:spMk id="15" creationId="{596F2C80-78EA-3A66-BE2E-B4D9146B649C}"/>
            </ac:spMkLst>
          </pc:spChg>
          <pc:spChg chg="del">
            <ac:chgData name="Zanon, Julio" userId="3c36d808-1a9c-406c-9ed3-731aad3c2883" providerId="ADAL" clId="{FF39501A-A1D1-496D-B883-B14AFD3FDAFE}" dt="2026-09-03T07:07:41.055" v="260" actId="478"/>
            <ac:spMkLst>
              <pc:docMk/>
              <pc:sldMasterMk cId="482435735" sldId="2147483661"/>
              <pc:sldLayoutMk cId="384122642" sldId="2147483688"/>
              <ac:spMk id="16" creationId="{BC804777-5862-5446-09EF-722ECA994E74}"/>
            </ac:spMkLst>
          </pc:spChg>
          <pc:spChg chg="del mod">
            <ac:chgData name="Zanon, Julio" userId="3c36d808-1a9c-406c-9ed3-731aad3c2883" providerId="ADAL" clId="{FF39501A-A1D1-496D-B883-B14AFD3FDAFE}" dt="2026-09-03T07:10:45.806" v="356" actId="478"/>
            <ac:spMkLst>
              <pc:docMk/>
              <pc:sldMasterMk cId="482435735" sldId="2147483661"/>
              <pc:sldLayoutMk cId="384122642" sldId="2147483688"/>
              <ac:spMk id="17" creationId="{05189D40-857C-1754-7FE1-E78A5CCA379A}"/>
            </ac:spMkLst>
          </pc:spChg>
          <pc:spChg chg="del">
            <ac:chgData name="Zanon, Julio" userId="3c36d808-1a9c-406c-9ed3-731aad3c2883" providerId="ADAL" clId="{FF39501A-A1D1-496D-B883-B14AFD3FDAFE}" dt="2026-09-03T07:07:37.630" v="258" actId="478"/>
            <ac:spMkLst>
              <pc:docMk/>
              <pc:sldMasterMk cId="482435735" sldId="2147483661"/>
              <pc:sldLayoutMk cId="384122642" sldId="2147483688"/>
              <ac:spMk id="20" creationId="{9F839F4A-82A9-9D1E-E259-9E440C88B483}"/>
            </ac:spMkLst>
          </pc:spChg>
          <pc:spChg chg="del">
            <ac:chgData name="Zanon, Julio" userId="3c36d808-1a9c-406c-9ed3-731aad3c2883" providerId="ADAL" clId="{FF39501A-A1D1-496D-B883-B14AFD3FDAFE}" dt="2026-09-03T07:07:35.711" v="257" actId="478"/>
            <ac:spMkLst>
              <pc:docMk/>
              <pc:sldMasterMk cId="482435735" sldId="2147483661"/>
              <pc:sldLayoutMk cId="384122642" sldId="2147483688"/>
              <ac:spMk id="21" creationId="{B6A5739A-7B5F-EA1A-887F-3486A6BB2C15}"/>
            </ac:spMkLst>
          </pc:spChg>
          <pc:picChg chg="add mod ord">
            <ac:chgData name="Zanon, Julio" userId="3c36d808-1a9c-406c-9ed3-731aad3c2883" providerId="ADAL" clId="{FF39501A-A1D1-496D-B883-B14AFD3FDAFE}" dt="2026-09-03T07:10:39.386" v="353" actId="12788"/>
            <ac:picMkLst>
              <pc:docMk/>
              <pc:sldMasterMk cId="482435735" sldId="2147483661"/>
              <pc:sldLayoutMk cId="384122642" sldId="2147483688"/>
              <ac:picMk id="3" creationId="{BAA01FC6-01C1-44B0-8761-19452AD0E6F9}"/>
            </ac:picMkLst>
          </pc:picChg>
          <pc:picChg chg="add mod">
            <ac:chgData name="Zanon, Julio" userId="3c36d808-1a9c-406c-9ed3-731aad3c2883" providerId="ADAL" clId="{FF39501A-A1D1-496D-B883-B14AFD3FDAFE}" dt="2026-09-03T07:08:59.834" v="278" actId="1076"/>
            <ac:picMkLst>
              <pc:docMk/>
              <pc:sldMasterMk cId="482435735" sldId="2147483661"/>
              <pc:sldLayoutMk cId="384122642" sldId="2147483688"/>
              <ac:picMk id="6" creationId="{67DAA409-5A9D-51C5-F51D-9F4D00053E88}"/>
            </ac:picMkLst>
          </pc:picChg>
          <pc:picChg chg="del">
            <ac:chgData name="Zanon, Julio" userId="3c36d808-1a9c-406c-9ed3-731aad3c2883" providerId="ADAL" clId="{FF39501A-A1D1-496D-B883-B14AFD3FDAFE}" dt="2026-09-03T07:07:47.583" v="262" actId="478"/>
            <ac:picMkLst>
              <pc:docMk/>
              <pc:sldMasterMk cId="482435735" sldId="2147483661"/>
              <pc:sldLayoutMk cId="384122642" sldId="2147483688"/>
              <ac:picMk id="12" creationId="{137FA76B-05CB-D1A3-663F-721CB32EF1C8}"/>
            </ac:picMkLst>
          </pc:picChg>
        </pc:sldLayoutChg>
        <pc:sldLayoutChg chg="add mod modTransition">
          <pc:chgData name="Zanon, Julio" userId="3c36d808-1a9c-406c-9ed3-731aad3c2883" providerId="ADAL" clId="{FF39501A-A1D1-496D-B883-B14AFD3FDAFE}" dt="2026-09-03T07:11:23.756" v="366" actId="2890"/>
          <pc:sldLayoutMkLst>
            <pc:docMk/>
            <pc:sldMasterMk cId="261364743" sldId="2147483680"/>
            <pc:sldLayoutMk cId="1150354788" sldId="2147483689"/>
          </pc:sldLayoutMkLst>
        </pc:sldLayoutChg>
        <pc:sldLayoutChg chg="add mod replId modTransition">
          <pc:chgData name="Zanon, Julio" userId="3c36d808-1a9c-406c-9ed3-731aad3c2883" providerId="ADAL" clId="{FF39501A-A1D1-496D-B883-B14AFD3FDAFE}" dt="2026-09-03T07:11:29.554" v="368" actId="2890"/>
          <pc:sldLayoutMkLst>
            <pc:docMk/>
            <pc:sldMasterMk cId="3624538840" sldId="2147483684"/>
            <pc:sldLayoutMk cId="2092427822" sldId="2147483690"/>
          </pc:sldLayoutMkLst>
        </pc:sldLayoutChg>
        <pc:sldLayoutChg chg="addSp delSp modSp mod ord">
          <pc:chgData name="Zanon, Julio" userId="3c36d808-1a9c-406c-9ed3-731aad3c2883" providerId="ADAL" clId="{FF39501A-A1D1-496D-B883-B14AFD3FDAFE}" dt="2026-09-03T10:18:42.153" v="2457" actId="22"/>
          <pc:sldLayoutMkLst>
            <pc:docMk/>
            <pc:sldMasterMk cId="482435735" sldId="2147483661"/>
            <pc:sldLayoutMk cId="1922857363" sldId="2147483691"/>
          </pc:sldLayoutMkLst>
          <pc:spChg chg="mod">
            <ac:chgData name="Zanon, Julio" userId="3c36d808-1a9c-406c-9ed3-731aad3c2883" providerId="ADAL" clId="{FF39501A-A1D1-496D-B883-B14AFD3FDAFE}" dt="2026-09-03T07:16:13.608" v="395" actId="20578"/>
            <ac:spMkLst>
              <pc:docMk/>
              <pc:sldMasterMk cId="482435735" sldId="2147483661"/>
              <pc:sldLayoutMk cId="1922857363" sldId="2147483691"/>
              <ac:spMk id="2" creationId="{47B92CE0-806B-2397-BB27-626B39C049EF}"/>
            </ac:spMkLst>
          </pc:spChg>
          <pc:spChg chg="mod">
            <ac:chgData name="Zanon, Julio" userId="3c36d808-1a9c-406c-9ed3-731aad3c2883" providerId="ADAL" clId="{FF39501A-A1D1-496D-B883-B14AFD3FDAFE}" dt="2026-09-03T07:21:35.217" v="419"/>
            <ac:spMkLst>
              <pc:docMk/>
              <pc:sldMasterMk cId="482435735" sldId="2147483661"/>
              <pc:sldLayoutMk cId="1922857363" sldId="2147483691"/>
              <ac:spMk id="30" creationId="{7A8E1D27-5DA4-5EA0-877C-FFE2089464A2}"/>
            </ac:spMkLst>
          </pc:spChg>
          <pc:spChg chg="mod">
            <ac:chgData name="Zanon, Julio" userId="3c36d808-1a9c-406c-9ed3-731aad3c2883" providerId="ADAL" clId="{FF39501A-A1D1-496D-B883-B14AFD3FDAFE}" dt="2026-09-03T07:22:18.460" v="430" actId="1037"/>
            <ac:spMkLst>
              <pc:docMk/>
              <pc:sldMasterMk cId="482435735" sldId="2147483661"/>
              <pc:sldLayoutMk cId="1922857363" sldId="2147483691"/>
              <ac:spMk id="32" creationId="{EBF91022-9891-E1B4-57C1-F451CCFF9D70}"/>
            </ac:spMkLst>
          </pc:spChg>
          <pc:spChg chg="mod">
            <ac:chgData name="Zanon, Julio" userId="3c36d808-1a9c-406c-9ed3-731aad3c2883" providerId="ADAL" clId="{FF39501A-A1D1-496D-B883-B14AFD3FDAFE}" dt="2026-09-03T07:16:29.023" v="398" actId="20577"/>
            <ac:spMkLst>
              <pc:docMk/>
              <pc:sldMasterMk cId="482435735" sldId="2147483661"/>
              <pc:sldLayoutMk cId="1922857363" sldId="2147483691"/>
              <ac:spMk id="34" creationId="{12174D66-713E-058D-58B6-1786A6704D3A}"/>
            </ac:spMkLst>
          </pc:spChg>
          <pc:spChg chg="del">
            <ac:chgData name="Zanon, Julio" userId="3c36d808-1a9c-406c-9ed3-731aad3c2883" providerId="ADAL" clId="{FF39501A-A1D1-496D-B883-B14AFD3FDAFE}" dt="2026-09-03T10:18:41.852" v="2456" actId="478"/>
            <ac:spMkLst>
              <pc:docMk/>
              <pc:sldMasterMk cId="482435735" sldId="2147483661"/>
              <pc:sldLayoutMk cId="1922857363" sldId="2147483691"/>
              <ac:spMk id="36" creationId="{DD172FDA-FB0A-4819-4FF4-6938D6FD219B}"/>
            </ac:spMkLst>
          </pc:spChg>
          <pc:spChg chg="mod">
            <ac:chgData name="Zanon, Julio" userId="3c36d808-1a9c-406c-9ed3-731aad3c2883" providerId="ADAL" clId="{FF39501A-A1D1-496D-B883-B14AFD3FDAFE}" dt="2026-09-03T07:16:13.608" v="395" actId="20578"/>
            <ac:spMkLst>
              <pc:docMk/>
              <pc:sldMasterMk cId="482435735" sldId="2147483661"/>
              <pc:sldLayoutMk cId="1922857363" sldId="2147483691"/>
              <ac:spMk id="42" creationId="{CCC97EF6-A91D-5AA7-8AF7-D82E1BA3453A}"/>
            </ac:spMkLst>
          </pc:spChg>
          <pc:spChg chg="mod">
            <ac:chgData name="Zanon, Julio" userId="3c36d808-1a9c-406c-9ed3-731aad3c2883" providerId="ADAL" clId="{FF39501A-A1D1-496D-B883-B14AFD3FDAFE}" dt="2026-09-03T07:16:13.608" v="395" actId="20578"/>
            <ac:spMkLst>
              <pc:docMk/>
              <pc:sldMasterMk cId="482435735" sldId="2147483661"/>
              <pc:sldLayoutMk cId="1922857363" sldId="2147483691"/>
              <ac:spMk id="44" creationId="{85A6A169-0430-0C75-176B-46BC27E0CFB0}"/>
            </ac:spMkLst>
          </pc:spChg>
          <pc:picChg chg="add">
            <ac:chgData name="Zanon, Julio" userId="3c36d808-1a9c-406c-9ed3-731aad3c2883" providerId="ADAL" clId="{FF39501A-A1D1-496D-B883-B14AFD3FDAFE}" dt="2026-09-03T10:18:42.153" v="2457" actId="22"/>
            <ac:picMkLst>
              <pc:docMk/>
              <pc:sldMasterMk cId="482435735" sldId="2147483661"/>
              <pc:sldLayoutMk cId="1922857363" sldId="2147483691"/>
              <ac:picMk id="4" creationId="{1FFECCB4-3C4E-E376-E593-9C2F1889C0FF}"/>
            </ac:picMkLst>
          </pc:picChg>
          <pc:picChg chg="del">
            <ac:chgData name="Zanon, Julio" userId="3c36d808-1a9c-406c-9ed3-731aad3c2883" providerId="ADAL" clId="{FF39501A-A1D1-496D-B883-B14AFD3FDAFE}" dt="2026-09-03T10:18:38.959" v="2455" actId="478"/>
            <ac:picMkLst>
              <pc:docMk/>
              <pc:sldMasterMk cId="482435735" sldId="2147483661"/>
              <pc:sldLayoutMk cId="1922857363" sldId="2147483691"/>
              <ac:picMk id="27" creationId="{E46078F4-46E2-F411-9FAD-AAC587EFC21D}"/>
            </ac:picMkLst>
          </pc:picChg>
        </pc:sldLayoutChg>
      </pc:sldMasterChg>
      <pc:sldMasterChg chg="del addSldLayout delSldLayout modSldLayout sldLayoutOrd">
        <pc:chgData name="Zanon, Julio" userId="3c36d808-1a9c-406c-9ed3-731aad3c2883" providerId="ADAL" clId="{FF39501A-A1D1-496D-B883-B14AFD3FDAFE}" dt="2026-09-03T07:31:11.700" v="465" actId="47"/>
        <pc:sldMasterMkLst>
          <pc:docMk/>
          <pc:sldMasterMk cId="261364743" sldId="2147483680"/>
        </pc:sldMasterMkLst>
        <pc:sldLayoutChg chg="addSp delSp modSp del mod">
          <pc:chgData name="Zanon, Julio" userId="3c36d808-1a9c-406c-9ed3-731aad3c2883" providerId="ADAL" clId="{FF39501A-A1D1-496D-B883-B14AFD3FDAFE}" dt="2026-09-03T07:31:11.700" v="465" actId="47"/>
          <pc:sldLayoutMkLst>
            <pc:docMk/>
            <pc:sldMasterMk cId="261364743" sldId="2147483680"/>
            <pc:sldLayoutMk cId="2864410752" sldId="2147483681"/>
          </pc:sldLayoutMkLst>
          <pc:spChg chg="add mod">
            <ac:chgData name="Zanon, Julio" userId="3c36d808-1a9c-406c-9ed3-731aad3c2883" providerId="ADAL" clId="{FF39501A-A1D1-496D-B883-B14AFD3FDAFE}" dt="2026-09-03T07:04:40.683" v="214"/>
            <ac:spMkLst>
              <pc:docMk/>
              <pc:sldMasterMk cId="261364743" sldId="2147483680"/>
              <pc:sldLayoutMk cId="2864410752" sldId="2147483681"/>
              <ac:spMk id="2" creationId="{085D94E2-3107-F4BD-D398-B95143161913}"/>
            </ac:spMkLst>
          </pc:spChg>
          <pc:spChg chg="mod">
            <ac:chgData name="Zanon, Julio" userId="3c36d808-1a9c-406c-9ed3-731aad3c2883" providerId="ADAL" clId="{FF39501A-A1D1-496D-B883-B14AFD3FDAFE}" dt="2026-09-03T06:59:47.548" v="58" actId="20577"/>
            <ac:spMkLst>
              <pc:docMk/>
              <pc:sldMasterMk cId="261364743" sldId="2147483680"/>
              <pc:sldLayoutMk cId="2864410752" sldId="2147483681"/>
              <ac:spMk id="13" creationId="{F20F5FD9-7311-0383-F31D-066B5FB06783}"/>
            </ac:spMkLst>
          </pc:spChg>
          <pc:spChg chg="del">
            <ac:chgData name="Zanon, Julio" userId="3c36d808-1a9c-406c-9ed3-731aad3c2883" providerId="ADAL" clId="{FF39501A-A1D1-496D-B883-B14AFD3FDAFE}" dt="2026-09-03T07:04:40.388" v="213" actId="478"/>
            <ac:spMkLst>
              <pc:docMk/>
              <pc:sldMasterMk cId="261364743" sldId="2147483680"/>
              <pc:sldLayoutMk cId="2864410752" sldId="2147483681"/>
              <ac:spMk id="19" creationId="{504DEE87-5AC8-6BA6-2E45-759F58276B66}"/>
            </ac:spMkLst>
          </pc:spChg>
        </pc:sldLayoutChg>
        <pc:sldLayoutChg chg="addSp delSp modSp del mod">
          <pc:chgData name="Zanon, Julio" userId="3c36d808-1a9c-406c-9ed3-731aad3c2883" providerId="ADAL" clId="{FF39501A-A1D1-496D-B883-B14AFD3FDAFE}" dt="2026-09-03T07:31:11.700" v="465" actId="47"/>
          <pc:sldLayoutMkLst>
            <pc:docMk/>
            <pc:sldMasterMk cId="261364743" sldId="2147483680"/>
            <pc:sldLayoutMk cId="2140357513" sldId="2147483682"/>
          </pc:sldLayoutMkLst>
          <pc:spChg chg="add mod">
            <ac:chgData name="Zanon, Julio" userId="3c36d808-1a9c-406c-9ed3-731aad3c2883" providerId="ADAL" clId="{FF39501A-A1D1-496D-B883-B14AFD3FDAFE}" dt="2026-09-03T07:19:42.844" v="413" actId="948"/>
            <ac:spMkLst>
              <pc:docMk/>
              <pc:sldMasterMk cId="261364743" sldId="2147483680"/>
              <pc:sldLayoutMk cId="2140357513" sldId="2147483682"/>
              <ac:spMk id="2" creationId="{B79783F4-10B2-6500-1268-9A7CEB745BEF}"/>
            </ac:spMkLst>
          </pc:spChg>
          <pc:spChg chg="del">
            <ac:chgData name="Zanon, Julio" userId="3c36d808-1a9c-406c-9ed3-731aad3c2883" providerId="ADAL" clId="{FF39501A-A1D1-496D-B883-B14AFD3FDAFE}" dt="2026-09-03T07:02:08.852" v="121" actId="478"/>
            <ac:spMkLst>
              <pc:docMk/>
              <pc:sldMasterMk cId="261364743" sldId="2147483680"/>
              <pc:sldLayoutMk cId="2140357513" sldId="2147483682"/>
              <ac:spMk id="4" creationId="{C5095B86-6F1B-5E20-06AF-0E1E5C97D623}"/>
            </ac:spMkLst>
          </pc:spChg>
          <pc:spChg chg="mod">
            <ac:chgData name="Zanon, Julio" userId="3c36d808-1a9c-406c-9ed3-731aad3c2883" providerId="ADAL" clId="{FF39501A-A1D1-496D-B883-B14AFD3FDAFE}" dt="2026-09-03T07:21:41.984" v="420"/>
            <ac:spMkLst>
              <pc:docMk/>
              <pc:sldMasterMk cId="261364743" sldId="2147483680"/>
              <pc:sldLayoutMk cId="2140357513" sldId="2147483682"/>
              <ac:spMk id="13" creationId="{F20F5FD9-7311-0383-F31D-066B5FB06783}"/>
            </ac:spMkLst>
          </pc:spChg>
        </pc:sldLayoutChg>
        <pc:sldLayoutChg chg="addSp delSp modSp del mod">
          <pc:chgData name="Zanon, Julio" userId="3c36d808-1a9c-406c-9ed3-731aad3c2883" providerId="ADAL" clId="{FF39501A-A1D1-496D-B883-B14AFD3FDAFE}" dt="2026-09-03T07:31:11.700" v="465" actId="47"/>
          <pc:sldLayoutMkLst>
            <pc:docMk/>
            <pc:sldMasterMk cId="261364743" sldId="2147483680"/>
            <pc:sldLayoutMk cId="135234934" sldId="2147483683"/>
          </pc:sldLayoutMkLst>
          <pc:spChg chg="add mod">
            <ac:chgData name="Zanon, Julio" userId="3c36d808-1a9c-406c-9ed3-731aad3c2883" providerId="ADAL" clId="{FF39501A-A1D1-496D-B883-B14AFD3FDAFE}" dt="2026-09-03T07:05:29.504" v="245"/>
            <ac:spMkLst>
              <pc:docMk/>
              <pc:sldMasterMk cId="261364743" sldId="2147483680"/>
              <pc:sldLayoutMk cId="135234934" sldId="2147483683"/>
              <ac:spMk id="2" creationId="{47B92CE0-806B-2397-BB27-626B39C049EF}"/>
            </ac:spMkLst>
          </pc:spChg>
          <pc:spChg chg="mod">
            <ac:chgData name="Zanon, Julio" userId="3c36d808-1a9c-406c-9ed3-731aad3c2883" providerId="ADAL" clId="{FF39501A-A1D1-496D-B883-B14AFD3FDAFE}" dt="2026-09-03T07:21:45.769" v="421"/>
            <ac:spMkLst>
              <pc:docMk/>
              <pc:sldMasterMk cId="261364743" sldId="2147483680"/>
              <pc:sldLayoutMk cId="135234934" sldId="2147483683"/>
              <ac:spMk id="30" creationId="{7A8E1D27-5DA4-5EA0-877C-FFE2089464A2}"/>
            </ac:spMkLst>
          </pc:spChg>
          <pc:spChg chg="mod">
            <ac:chgData name="Zanon, Julio" userId="3c36d808-1a9c-406c-9ed3-731aad3c2883" providerId="ADAL" clId="{FF39501A-A1D1-496D-B883-B14AFD3FDAFE}" dt="2026-09-03T07:22:29.538" v="438" actId="1037"/>
            <ac:spMkLst>
              <pc:docMk/>
              <pc:sldMasterMk cId="261364743" sldId="2147483680"/>
              <pc:sldLayoutMk cId="135234934" sldId="2147483683"/>
              <ac:spMk id="32" creationId="{EBF91022-9891-E1B4-57C1-F451CCFF9D70}"/>
            </ac:spMkLst>
          </pc:spChg>
          <pc:spChg chg="del">
            <ac:chgData name="Zanon, Julio" userId="3c36d808-1a9c-406c-9ed3-731aad3c2883" providerId="ADAL" clId="{FF39501A-A1D1-496D-B883-B14AFD3FDAFE}" dt="2026-09-03T07:03:00.139" v="130" actId="478"/>
            <ac:spMkLst>
              <pc:docMk/>
              <pc:sldMasterMk cId="261364743" sldId="2147483680"/>
              <pc:sldLayoutMk cId="135234934" sldId="2147483683"/>
              <ac:spMk id="41" creationId="{22769314-064B-E84D-F0E9-50DC152D6CCA}"/>
            </ac:spMkLst>
          </pc:spChg>
        </pc:sldLayoutChg>
        <pc:sldLayoutChg chg="modSp del mod ord">
          <pc:chgData name="Zanon, Julio" userId="3c36d808-1a9c-406c-9ed3-731aad3c2883" providerId="ADAL" clId="{FF39501A-A1D1-496D-B883-B14AFD3FDAFE}" dt="2026-09-03T07:31:11.700" v="465" actId="47"/>
          <pc:sldLayoutMkLst>
            <pc:docMk/>
            <pc:sldMasterMk cId="261364743" sldId="2147483680"/>
            <pc:sldLayoutMk cId="1150354788" sldId="2147483689"/>
          </pc:sldLayoutMkLst>
          <pc:spChg chg="mod">
            <ac:chgData name="Zanon, Julio" userId="3c36d808-1a9c-406c-9ed3-731aad3c2883" providerId="ADAL" clId="{FF39501A-A1D1-496D-B883-B14AFD3FDAFE}" dt="2026-09-03T07:12:05.228" v="377" actId="20577"/>
            <ac:spMkLst>
              <pc:docMk/>
              <pc:sldMasterMk cId="261364743" sldId="2147483680"/>
              <pc:sldLayoutMk cId="1150354788" sldId="2147483689"/>
              <ac:spMk id="14" creationId="{0DD80D4D-6651-B6B9-9165-7EFC0560260B}"/>
            </ac:spMkLst>
          </pc:spChg>
          <pc:spChg chg="mod">
            <ac:chgData name="Zanon, Julio" userId="3c36d808-1a9c-406c-9ed3-731aad3c2883" providerId="ADAL" clId="{FF39501A-A1D1-496D-B883-B14AFD3FDAFE}" dt="2026-09-03T07:12:11.751" v="378" actId="20577"/>
            <ac:spMkLst>
              <pc:docMk/>
              <pc:sldMasterMk cId="261364743" sldId="2147483680"/>
              <pc:sldLayoutMk cId="1150354788" sldId="2147483689"/>
              <ac:spMk id="15" creationId="{596F2C80-78EA-3A66-BE2E-B4D9146B649C}"/>
            </ac:spMkLst>
          </pc:spChg>
        </pc:sldLayoutChg>
        <pc:sldLayoutChg chg="add mod replId modTransition">
          <pc:chgData name="Zanon, Julio" userId="3c36d808-1a9c-406c-9ed3-731aad3c2883" providerId="ADAL" clId="{FF39501A-A1D1-496D-B883-B14AFD3FDAFE}" dt="2026-09-03T07:16:11.028" v="394" actId="2890"/>
          <pc:sldLayoutMkLst>
            <pc:docMk/>
            <pc:sldMasterMk cId="482435735" sldId="2147483661"/>
            <pc:sldLayoutMk cId="1922857363" sldId="2147483691"/>
          </pc:sldLayoutMkLst>
        </pc:sldLayoutChg>
      </pc:sldMasterChg>
      <pc:sldMasterChg chg="modSldLayout sldLayoutOrd">
        <pc:chgData name="Zanon, Julio" userId="3c36d808-1a9c-406c-9ed3-731aad3c2883" providerId="ADAL" clId="{FF39501A-A1D1-496D-B883-B14AFD3FDAFE}" dt="2026-09-03T11:55:12.181" v="3177"/>
        <pc:sldMasterMkLst>
          <pc:docMk/>
          <pc:sldMasterMk cId="3624538840" sldId="2147483684"/>
        </pc:sldMasterMkLst>
        <pc:sldLayoutChg chg="addSp delSp modSp mod">
          <pc:chgData name="Zanon, Julio" userId="3c36d808-1a9c-406c-9ed3-731aad3c2883" providerId="ADAL" clId="{FF39501A-A1D1-496D-B883-B14AFD3FDAFE}" dt="2026-09-03T11:55:12.181" v="3177"/>
          <pc:sldLayoutMkLst>
            <pc:docMk/>
            <pc:sldMasterMk cId="3624538840" sldId="2147483684"/>
            <pc:sldLayoutMk cId="4021704250" sldId="2147483685"/>
          </pc:sldLayoutMkLst>
          <pc:spChg chg="add mod">
            <ac:chgData name="Zanon, Julio" userId="3c36d808-1a9c-406c-9ed3-731aad3c2883" providerId="ADAL" clId="{FF39501A-A1D1-496D-B883-B14AFD3FDAFE}" dt="2026-09-03T07:04:45.325" v="216"/>
            <ac:spMkLst>
              <pc:docMk/>
              <pc:sldMasterMk cId="3624538840" sldId="2147483684"/>
              <pc:sldLayoutMk cId="4021704250" sldId="2147483685"/>
              <ac:spMk id="2" creationId="{7F04F9B6-2EA5-2ED5-4370-6BF06595BCB5}"/>
            </ac:spMkLst>
          </pc:spChg>
          <pc:spChg chg="add">
            <ac:chgData name="Zanon, Julio" userId="3c36d808-1a9c-406c-9ed3-731aad3c2883" providerId="ADAL" clId="{FF39501A-A1D1-496D-B883-B14AFD3FDAFE}" dt="2026-09-03T10:16:53.913" v="2446" actId="22"/>
            <ac:spMkLst>
              <pc:docMk/>
              <pc:sldMasterMk cId="3624538840" sldId="2147483684"/>
              <pc:sldLayoutMk cId="4021704250" sldId="2147483685"/>
              <ac:spMk id="4" creationId="{981A7210-8B20-AEE9-84F6-AFD3CB90A472}"/>
            </ac:spMkLst>
          </pc:spChg>
          <pc:spChg chg="del">
            <ac:chgData name="Zanon, Julio" userId="3c36d808-1a9c-406c-9ed3-731aad3c2883" providerId="ADAL" clId="{FF39501A-A1D1-496D-B883-B14AFD3FDAFE}" dt="2026-09-03T10:16:53.694" v="2445" actId="478"/>
            <ac:spMkLst>
              <pc:docMk/>
              <pc:sldMasterMk cId="3624538840" sldId="2147483684"/>
              <pc:sldLayoutMk cId="4021704250" sldId="2147483685"/>
              <ac:spMk id="8" creationId="{B0DBC393-9F25-3C1B-2DB9-56DBAADBC2C9}"/>
            </ac:spMkLst>
          </pc:spChg>
          <pc:spChg chg="mod">
            <ac:chgData name="Zanon, Julio" userId="3c36d808-1a9c-406c-9ed3-731aad3c2883" providerId="ADAL" clId="{FF39501A-A1D1-496D-B883-B14AFD3FDAFE}" dt="2026-09-03T10:34:22.703" v="2826" actId="1076"/>
            <ac:spMkLst>
              <pc:docMk/>
              <pc:sldMasterMk cId="3624538840" sldId="2147483684"/>
              <pc:sldLayoutMk cId="4021704250" sldId="2147483685"/>
              <ac:spMk id="11" creationId="{09529F6F-BDA2-DE4C-B0C4-8C86F4418557}"/>
            </ac:spMkLst>
          </pc:spChg>
          <pc:spChg chg="mod">
            <ac:chgData name="Zanon, Julio" userId="3c36d808-1a9c-406c-9ed3-731aad3c2883" providerId="ADAL" clId="{FF39501A-A1D1-496D-B883-B14AFD3FDAFE}" dt="2026-09-03T06:59:55.489" v="64" actId="20577"/>
            <ac:spMkLst>
              <pc:docMk/>
              <pc:sldMasterMk cId="3624538840" sldId="2147483684"/>
              <pc:sldLayoutMk cId="4021704250" sldId="2147483685"/>
              <ac:spMk id="13" creationId="{F20F5FD9-7311-0383-F31D-066B5FB06783}"/>
            </ac:spMkLst>
          </pc:spChg>
          <pc:spChg chg="add">
            <ac:chgData name="Zanon, Julio" userId="3c36d808-1a9c-406c-9ed3-731aad3c2883" providerId="ADAL" clId="{FF39501A-A1D1-496D-B883-B14AFD3FDAFE}" dt="2026-09-03T10:33:42.324" v="2824" actId="22"/>
            <ac:spMkLst>
              <pc:docMk/>
              <pc:sldMasterMk cId="3624538840" sldId="2147483684"/>
              <pc:sldLayoutMk cId="4021704250" sldId="2147483685"/>
              <ac:spMk id="18" creationId="{CFDB77B1-DF27-0302-660F-503B63DE7A07}"/>
            </ac:spMkLst>
          </pc:spChg>
          <pc:spChg chg="add mod">
            <ac:chgData name="Zanon, Julio" userId="3c36d808-1a9c-406c-9ed3-731aad3c2883" providerId="ADAL" clId="{FF39501A-A1D1-496D-B883-B14AFD3FDAFE}" dt="2026-09-03T11:55:12.181" v="3177"/>
            <ac:spMkLst>
              <pc:docMk/>
              <pc:sldMasterMk cId="3624538840" sldId="2147483684"/>
              <pc:sldLayoutMk cId="4021704250" sldId="2147483685"/>
              <ac:spMk id="19" creationId="{3855D152-17F6-356A-9CDA-7F4DC6A0E66E}"/>
            </ac:spMkLst>
          </pc:spChg>
          <pc:spChg chg="del">
            <ac:chgData name="Zanon, Julio" userId="3c36d808-1a9c-406c-9ed3-731aad3c2883" providerId="ADAL" clId="{FF39501A-A1D1-496D-B883-B14AFD3FDAFE}" dt="2026-09-03T07:04:45.078" v="215" actId="478"/>
            <ac:spMkLst>
              <pc:docMk/>
              <pc:sldMasterMk cId="3624538840" sldId="2147483684"/>
              <pc:sldLayoutMk cId="4021704250" sldId="2147483685"/>
              <ac:spMk id="19" creationId="{504DEE87-5AC8-6BA6-2E45-759F58276B66}"/>
            </ac:spMkLst>
          </pc:spChg>
          <pc:spChg chg="add mod">
            <ac:chgData name="Zanon, Julio" userId="3c36d808-1a9c-406c-9ed3-731aad3c2883" providerId="ADAL" clId="{FF39501A-A1D1-496D-B883-B14AFD3FDAFE}" dt="2026-09-03T11:55:12.181" v="3177"/>
            <ac:spMkLst>
              <pc:docMk/>
              <pc:sldMasterMk cId="3624538840" sldId="2147483684"/>
              <pc:sldLayoutMk cId="4021704250" sldId="2147483685"/>
              <ac:spMk id="21" creationId="{787401E8-9F37-3CCC-B86F-F7CC52BFF607}"/>
            </ac:spMkLst>
          </pc:spChg>
        </pc:sldLayoutChg>
        <pc:sldLayoutChg chg="addSp delSp modSp mod">
          <pc:chgData name="Zanon, Julio" userId="3c36d808-1a9c-406c-9ed3-731aad3c2883" providerId="ADAL" clId="{FF39501A-A1D1-496D-B883-B14AFD3FDAFE}" dt="2026-09-03T10:16:58.263" v="2448" actId="22"/>
          <pc:sldLayoutMkLst>
            <pc:docMk/>
            <pc:sldMasterMk cId="3624538840" sldId="2147483684"/>
            <pc:sldLayoutMk cId="1937985064" sldId="2147483686"/>
          </pc:sldLayoutMkLst>
          <pc:spChg chg="add mod">
            <ac:chgData name="Zanon, Julio" userId="3c36d808-1a9c-406c-9ed3-731aad3c2883" providerId="ADAL" clId="{FF39501A-A1D1-496D-B883-B14AFD3FDAFE}" dt="2026-09-03T07:19:55.587" v="414" actId="948"/>
            <ac:spMkLst>
              <pc:docMk/>
              <pc:sldMasterMk cId="3624538840" sldId="2147483684"/>
              <pc:sldLayoutMk cId="1937985064" sldId="2147483686"/>
              <ac:spMk id="2" creationId="{2F251839-B7D1-3024-A328-110463D76955}"/>
            </ac:spMkLst>
          </pc:spChg>
          <pc:spChg chg="del">
            <ac:chgData name="Zanon, Julio" userId="3c36d808-1a9c-406c-9ed3-731aad3c2883" providerId="ADAL" clId="{FF39501A-A1D1-496D-B883-B14AFD3FDAFE}" dt="2026-09-03T07:02:16.349" v="122" actId="478"/>
            <ac:spMkLst>
              <pc:docMk/>
              <pc:sldMasterMk cId="3624538840" sldId="2147483684"/>
              <pc:sldLayoutMk cId="1937985064" sldId="2147483686"/>
              <ac:spMk id="4" creationId="{C5095B86-6F1B-5E20-06AF-0E1E5C97D623}"/>
            </ac:spMkLst>
          </pc:spChg>
          <pc:spChg chg="add">
            <ac:chgData name="Zanon, Julio" userId="3c36d808-1a9c-406c-9ed3-731aad3c2883" providerId="ADAL" clId="{FF39501A-A1D1-496D-B883-B14AFD3FDAFE}" dt="2026-09-03T10:16:58.263" v="2448" actId="22"/>
            <ac:spMkLst>
              <pc:docMk/>
              <pc:sldMasterMk cId="3624538840" sldId="2147483684"/>
              <pc:sldLayoutMk cId="1937985064" sldId="2147483686"/>
              <ac:spMk id="4" creationId="{D85E7C2E-9E63-C51B-F354-2FDF91AE0151}"/>
            </ac:spMkLst>
          </pc:spChg>
          <pc:spChg chg="del">
            <ac:chgData name="Zanon, Julio" userId="3c36d808-1a9c-406c-9ed3-731aad3c2883" providerId="ADAL" clId="{FF39501A-A1D1-496D-B883-B14AFD3FDAFE}" dt="2026-09-03T10:16:58.003" v="2447" actId="478"/>
            <ac:spMkLst>
              <pc:docMk/>
              <pc:sldMasterMk cId="3624538840" sldId="2147483684"/>
              <pc:sldLayoutMk cId="1937985064" sldId="2147483686"/>
              <ac:spMk id="8" creationId="{B0DBC393-9F25-3C1B-2DB9-56DBAADBC2C9}"/>
            </ac:spMkLst>
          </pc:spChg>
          <pc:spChg chg="mod">
            <ac:chgData name="Zanon, Julio" userId="3c36d808-1a9c-406c-9ed3-731aad3c2883" providerId="ADAL" clId="{FF39501A-A1D1-496D-B883-B14AFD3FDAFE}" dt="2026-09-03T07:21:51.222" v="422"/>
            <ac:spMkLst>
              <pc:docMk/>
              <pc:sldMasterMk cId="3624538840" sldId="2147483684"/>
              <pc:sldLayoutMk cId="1937985064" sldId="2147483686"/>
              <ac:spMk id="13" creationId="{F20F5FD9-7311-0383-F31D-066B5FB06783}"/>
            </ac:spMkLst>
          </pc:spChg>
        </pc:sldLayoutChg>
        <pc:sldLayoutChg chg="addSp delSp modSp mod">
          <pc:chgData name="Zanon, Julio" userId="3c36d808-1a9c-406c-9ed3-731aad3c2883" providerId="ADAL" clId="{FF39501A-A1D1-496D-B883-B14AFD3FDAFE}" dt="2026-09-03T10:18:27.990" v="2451" actId="22"/>
          <pc:sldLayoutMkLst>
            <pc:docMk/>
            <pc:sldMasterMk cId="3624538840" sldId="2147483684"/>
            <pc:sldLayoutMk cId="442442651" sldId="2147483687"/>
          </pc:sldLayoutMkLst>
          <pc:spChg chg="add mod">
            <ac:chgData name="Zanon, Julio" userId="3c36d808-1a9c-406c-9ed3-731aad3c2883" providerId="ADAL" clId="{FF39501A-A1D1-496D-B883-B14AFD3FDAFE}" dt="2026-09-03T07:05:35.447" v="247"/>
            <ac:spMkLst>
              <pc:docMk/>
              <pc:sldMasterMk cId="3624538840" sldId="2147483684"/>
              <pc:sldLayoutMk cId="442442651" sldId="2147483687"/>
              <ac:spMk id="2" creationId="{0B25FEEE-BE06-1001-B1FA-B8B445E087AE}"/>
            </ac:spMkLst>
          </pc:spChg>
          <pc:spChg chg="mod">
            <ac:chgData name="Zanon, Julio" userId="3c36d808-1a9c-406c-9ed3-731aad3c2883" providerId="ADAL" clId="{FF39501A-A1D1-496D-B883-B14AFD3FDAFE}" dt="2026-09-03T07:21:56.588" v="423"/>
            <ac:spMkLst>
              <pc:docMk/>
              <pc:sldMasterMk cId="3624538840" sldId="2147483684"/>
              <pc:sldLayoutMk cId="442442651" sldId="2147483687"/>
              <ac:spMk id="30" creationId="{7A8E1D27-5DA4-5EA0-877C-FFE2089464A2}"/>
            </ac:spMkLst>
          </pc:spChg>
          <pc:spChg chg="mod">
            <ac:chgData name="Zanon, Julio" userId="3c36d808-1a9c-406c-9ed3-731aad3c2883" providerId="ADAL" clId="{FF39501A-A1D1-496D-B883-B14AFD3FDAFE}" dt="2026-09-03T07:22:35.981" v="446" actId="1037"/>
            <ac:spMkLst>
              <pc:docMk/>
              <pc:sldMasterMk cId="3624538840" sldId="2147483684"/>
              <pc:sldLayoutMk cId="442442651" sldId="2147483687"/>
              <ac:spMk id="32" creationId="{EBF91022-9891-E1B4-57C1-F451CCFF9D70}"/>
            </ac:spMkLst>
          </pc:spChg>
          <pc:spChg chg="del">
            <ac:chgData name="Zanon, Julio" userId="3c36d808-1a9c-406c-9ed3-731aad3c2883" providerId="ADAL" clId="{FF39501A-A1D1-496D-B883-B14AFD3FDAFE}" dt="2026-09-03T10:18:27.737" v="2450" actId="478"/>
            <ac:spMkLst>
              <pc:docMk/>
              <pc:sldMasterMk cId="3624538840" sldId="2147483684"/>
              <pc:sldLayoutMk cId="442442651" sldId="2147483687"/>
              <ac:spMk id="36" creationId="{DD172FDA-FB0A-4819-4FF4-6938D6FD219B}"/>
            </ac:spMkLst>
          </pc:spChg>
          <pc:spChg chg="del">
            <ac:chgData name="Zanon, Julio" userId="3c36d808-1a9c-406c-9ed3-731aad3c2883" providerId="ADAL" clId="{FF39501A-A1D1-496D-B883-B14AFD3FDAFE}" dt="2026-09-03T07:03:07.836" v="132" actId="478"/>
            <ac:spMkLst>
              <pc:docMk/>
              <pc:sldMasterMk cId="3624538840" sldId="2147483684"/>
              <pc:sldLayoutMk cId="442442651" sldId="2147483687"/>
              <ac:spMk id="41" creationId="{22769314-064B-E84D-F0E9-50DC152D6CCA}"/>
            </ac:spMkLst>
          </pc:spChg>
          <pc:picChg chg="add">
            <ac:chgData name="Zanon, Julio" userId="3c36d808-1a9c-406c-9ed3-731aad3c2883" providerId="ADAL" clId="{FF39501A-A1D1-496D-B883-B14AFD3FDAFE}" dt="2026-09-03T10:18:27.990" v="2451" actId="22"/>
            <ac:picMkLst>
              <pc:docMk/>
              <pc:sldMasterMk cId="3624538840" sldId="2147483684"/>
              <pc:sldLayoutMk cId="442442651" sldId="2147483687"/>
              <ac:picMk id="4" creationId="{40CC0CF1-DDDE-D2AA-416F-E629B3EA3DF4}"/>
            </ac:picMkLst>
          </pc:picChg>
          <pc:picChg chg="del">
            <ac:chgData name="Zanon, Julio" userId="3c36d808-1a9c-406c-9ed3-731aad3c2883" providerId="ADAL" clId="{FF39501A-A1D1-496D-B883-B14AFD3FDAFE}" dt="2026-09-03T10:18:24.749" v="2449" actId="478"/>
            <ac:picMkLst>
              <pc:docMk/>
              <pc:sldMasterMk cId="3624538840" sldId="2147483684"/>
              <pc:sldLayoutMk cId="442442651" sldId="2147483687"/>
              <ac:picMk id="27" creationId="{E46078F4-46E2-F411-9FAD-AAC587EFC21D}"/>
            </ac:picMkLst>
          </pc:picChg>
        </pc:sldLayoutChg>
        <pc:sldLayoutChg chg="modSp mod ord">
          <pc:chgData name="Zanon, Julio" userId="3c36d808-1a9c-406c-9ed3-731aad3c2883" providerId="ADAL" clId="{FF39501A-A1D1-496D-B883-B14AFD3FDAFE}" dt="2026-09-03T07:12:27.901" v="384" actId="20577"/>
          <pc:sldLayoutMkLst>
            <pc:docMk/>
            <pc:sldMasterMk cId="3624538840" sldId="2147483684"/>
            <pc:sldLayoutMk cId="2092427822" sldId="2147483690"/>
          </pc:sldLayoutMkLst>
          <pc:spChg chg="mod">
            <ac:chgData name="Zanon, Julio" userId="3c36d808-1a9c-406c-9ed3-731aad3c2883" providerId="ADAL" clId="{FF39501A-A1D1-496D-B883-B14AFD3FDAFE}" dt="2026-09-03T07:12:23.821" v="383" actId="20577"/>
            <ac:spMkLst>
              <pc:docMk/>
              <pc:sldMasterMk cId="3624538840" sldId="2147483684"/>
              <pc:sldLayoutMk cId="2092427822" sldId="2147483690"/>
              <ac:spMk id="14" creationId="{0DD80D4D-6651-B6B9-9165-7EFC0560260B}"/>
            </ac:spMkLst>
          </pc:spChg>
          <pc:spChg chg="mod">
            <ac:chgData name="Zanon, Julio" userId="3c36d808-1a9c-406c-9ed3-731aad3c2883" providerId="ADAL" clId="{FF39501A-A1D1-496D-B883-B14AFD3FDAFE}" dt="2026-09-03T07:12:27.901" v="384" actId="20577"/>
            <ac:spMkLst>
              <pc:docMk/>
              <pc:sldMasterMk cId="3624538840" sldId="2147483684"/>
              <pc:sldLayoutMk cId="2092427822" sldId="2147483690"/>
              <ac:spMk id="15" creationId="{596F2C80-78EA-3A66-BE2E-B4D9146B649C}"/>
            </ac:spMkLst>
          </pc:spChg>
        </pc:sldLayoutChg>
      </pc:sldMasterChg>
      <pc:sldMasterChg chg="new del mod addSldLayout">
        <pc:chgData name="Zanon, Julio" userId="3c36d808-1a9c-406c-9ed3-731aad3c2883" providerId="ADAL" clId="{FF39501A-A1D1-496D-B883-B14AFD3FDAFE}" dt="2026-09-03T07:05:40.032" v="248" actId="2696"/>
        <pc:sldMasterMkLst>
          <pc:docMk/>
          <pc:sldMasterMk cId="3630521185" sldId="2147483688"/>
        </pc:sldMasterMkLst>
        <pc:sldLayoutChg chg="new replId">
          <pc:chgData name="Zanon, Julio" userId="3c36d808-1a9c-406c-9ed3-731aad3c2883" providerId="ADAL" clId="{FF39501A-A1D1-496D-B883-B14AFD3FDAFE}" dt="2026-09-03T07:00:31.720" v="65" actId="6938"/>
          <pc:sldLayoutMkLst>
            <pc:docMk/>
            <pc:sldMasterMk cId="3630521185" sldId="2147483688"/>
            <pc:sldLayoutMk cId="1181019065" sldId="2147483689"/>
          </pc:sldLayoutMkLst>
        </pc:sldLayoutChg>
        <pc:sldLayoutChg chg="new replId">
          <pc:chgData name="Zanon, Julio" userId="3c36d808-1a9c-406c-9ed3-731aad3c2883" providerId="ADAL" clId="{FF39501A-A1D1-496D-B883-B14AFD3FDAFE}" dt="2026-09-03T07:00:31.720" v="65" actId="6938"/>
          <pc:sldLayoutMkLst>
            <pc:docMk/>
            <pc:sldMasterMk cId="3630521185" sldId="2147483688"/>
            <pc:sldLayoutMk cId="2219332426" sldId="2147483690"/>
          </pc:sldLayoutMkLst>
        </pc:sldLayoutChg>
        <pc:sldLayoutChg chg="new replId">
          <pc:chgData name="Zanon, Julio" userId="3c36d808-1a9c-406c-9ed3-731aad3c2883" providerId="ADAL" clId="{FF39501A-A1D1-496D-B883-B14AFD3FDAFE}" dt="2026-09-03T07:00:31.720" v="65" actId="6938"/>
          <pc:sldLayoutMkLst>
            <pc:docMk/>
            <pc:sldMasterMk cId="3630521185" sldId="2147483688"/>
            <pc:sldLayoutMk cId="4064037905" sldId="2147483691"/>
          </pc:sldLayoutMkLst>
        </pc:sldLayoutChg>
        <pc:sldLayoutChg chg="new replId">
          <pc:chgData name="Zanon, Julio" userId="3c36d808-1a9c-406c-9ed3-731aad3c2883" providerId="ADAL" clId="{FF39501A-A1D1-496D-B883-B14AFD3FDAFE}" dt="2026-09-03T07:00:31.720" v="65" actId="6938"/>
          <pc:sldLayoutMkLst>
            <pc:docMk/>
            <pc:sldMasterMk cId="3630521185" sldId="2147483688"/>
            <pc:sldLayoutMk cId="2444485233" sldId="2147483692"/>
          </pc:sldLayoutMkLst>
        </pc:sldLayoutChg>
        <pc:sldLayoutChg chg="new replId">
          <pc:chgData name="Zanon, Julio" userId="3c36d808-1a9c-406c-9ed3-731aad3c2883" providerId="ADAL" clId="{FF39501A-A1D1-496D-B883-B14AFD3FDAFE}" dt="2026-09-03T07:00:31.720" v="65" actId="6938"/>
          <pc:sldLayoutMkLst>
            <pc:docMk/>
            <pc:sldMasterMk cId="3630521185" sldId="2147483688"/>
            <pc:sldLayoutMk cId="3701100750" sldId="2147483693"/>
          </pc:sldLayoutMkLst>
        </pc:sldLayoutChg>
        <pc:sldLayoutChg chg="new replId">
          <pc:chgData name="Zanon, Julio" userId="3c36d808-1a9c-406c-9ed3-731aad3c2883" providerId="ADAL" clId="{FF39501A-A1D1-496D-B883-B14AFD3FDAFE}" dt="2026-09-03T07:00:31.720" v="65" actId="6938"/>
          <pc:sldLayoutMkLst>
            <pc:docMk/>
            <pc:sldMasterMk cId="3630521185" sldId="2147483688"/>
            <pc:sldLayoutMk cId="698600300" sldId="2147483694"/>
          </pc:sldLayoutMkLst>
        </pc:sldLayoutChg>
        <pc:sldLayoutChg chg="new replId">
          <pc:chgData name="Zanon, Julio" userId="3c36d808-1a9c-406c-9ed3-731aad3c2883" providerId="ADAL" clId="{FF39501A-A1D1-496D-B883-B14AFD3FDAFE}" dt="2026-09-03T07:00:31.720" v="65" actId="6938"/>
          <pc:sldLayoutMkLst>
            <pc:docMk/>
            <pc:sldMasterMk cId="3630521185" sldId="2147483688"/>
            <pc:sldLayoutMk cId="4094398711" sldId="2147483695"/>
          </pc:sldLayoutMkLst>
        </pc:sldLayoutChg>
        <pc:sldLayoutChg chg="new replId">
          <pc:chgData name="Zanon, Julio" userId="3c36d808-1a9c-406c-9ed3-731aad3c2883" providerId="ADAL" clId="{FF39501A-A1D1-496D-B883-B14AFD3FDAFE}" dt="2026-09-03T07:00:31.720" v="65" actId="6938"/>
          <pc:sldLayoutMkLst>
            <pc:docMk/>
            <pc:sldMasterMk cId="3630521185" sldId="2147483688"/>
            <pc:sldLayoutMk cId="475072857" sldId="2147483696"/>
          </pc:sldLayoutMkLst>
        </pc:sldLayoutChg>
        <pc:sldLayoutChg chg="new replId">
          <pc:chgData name="Zanon, Julio" userId="3c36d808-1a9c-406c-9ed3-731aad3c2883" providerId="ADAL" clId="{FF39501A-A1D1-496D-B883-B14AFD3FDAFE}" dt="2026-09-03T07:00:31.720" v="65" actId="6938"/>
          <pc:sldLayoutMkLst>
            <pc:docMk/>
            <pc:sldMasterMk cId="3630521185" sldId="2147483688"/>
            <pc:sldLayoutMk cId="2943885279" sldId="2147483697"/>
          </pc:sldLayoutMkLst>
        </pc:sldLayoutChg>
        <pc:sldLayoutChg chg="new replId">
          <pc:chgData name="Zanon, Julio" userId="3c36d808-1a9c-406c-9ed3-731aad3c2883" providerId="ADAL" clId="{FF39501A-A1D1-496D-B883-B14AFD3FDAFE}" dt="2026-09-03T07:00:31.720" v="65" actId="6938"/>
          <pc:sldLayoutMkLst>
            <pc:docMk/>
            <pc:sldMasterMk cId="3630521185" sldId="2147483688"/>
            <pc:sldLayoutMk cId="454259188" sldId="2147483698"/>
          </pc:sldLayoutMkLst>
        </pc:sldLayoutChg>
        <pc:sldLayoutChg chg="new replId">
          <pc:chgData name="Zanon, Julio" userId="3c36d808-1a9c-406c-9ed3-731aad3c2883" providerId="ADAL" clId="{FF39501A-A1D1-496D-B883-B14AFD3FDAFE}" dt="2026-09-03T07:00:31.720" v="65" actId="6938"/>
          <pc:sldLayoutMkLst>
            <pc:docMk/>
            <pc:sldMasterMk cId="3630521185" sldId="2147483688"/>
            <pc:sldLayoutMk cId="16839591" sldId="2147483699"/>
          </pc:sldLayoutMkLst>
        </pc:sldLayoutChg>
      </pc:sldMasterChg>
      <pc:sldMasterChg chg="new del mod addSldLayout">
        <pc:chgData name="Zanon, Julio" userId="3c36d808-1a9c-406c-9ed3-731aad3c2883" providerId="ADAL" clId="{FF39501A-A1D1-496D-B883-B14AFD3FDAFE}" dt="2026-09-03T10:12:48.349" v="2411" actId="2696"/>
        <pc:sldMasterMkLst>
          <pc:docMk/>
          <pc:sldMasterMk cId="2259672456" sldId="2147483692"/>
        </pc:sldMasterMkLst>
        <pc:sldLayoutChg chg="new replId">
          <pc:chgData name="Zanon, Julio" userId="3c36d808-1a9c-406c-9ed3-731aad3c2883" providerId="ADAL" clId="{FF39501A-A1D1-496D-B883-B14AFD3FDAFE}" dt="2026-09-03T10:12:46.012" v="2410" actId="6938"/>
          <pc:sldLayoutMkLst>
            <pc:docMk/>
            <pc:sldMasterMk cId="2259672456" sldId="2147483692"/>
            <pc:sldLayoutMk cId="391117739" sldId="2147483693"/>
          </pc:sldLayoutMkLst>
        </pc:sldLayoutChg>
        <pc:sldLayoutChg chg="new replId">
          <pc:chgData name="Zanon, Julio" userId="3c36d808-1a9c-406c-9ed3-731aad3c2883" providerId="ADAL" clId="{FF39501A-A1D1-496D-B883-B14AFD3FDAFE}" dt="2026-09-03T10:12:46.012" v="2410" actId="6938"/>
          <pc:sldLayoutMkLst>
            <pc:docMk/>
            <pc:sldMasterMk cId="2259672456" sldId="2147483692"/>
            <pc:sldLayoutMk cId="1806203867" sldId="2147483694"/>
          </pc:sldLayoutMkLst>
        </pc:sldLayoutChg>
        <pc:sldLayoutChg chg="new replId">
          <pc:chgData name="Zanon, Julio" userId="3c36d808-1a9c-406c-9ed3-731aad3c2883" providerId="ADAL" clId="{FF39501A-A1D1-496D-B883-B14AFD3FDAFE}" dt="2026-09-03T10:12:46.012" v="2410" actId="6938"/>
          <pc:sldLayoutMkLst>
            <pc:docMk/>
            <pc:sldMasterMk cId="2259672456" sldId="2147483692"/>
            <pc:sldLayoutMk cId="927355417" sldId="2147483695"/>
          </pc:sldLayoutMkLst>
        </pc:sldLayoutChg>
        <pc:sldLayoutChg chg="new replId">
          <pc:chgData name="Zanon, Julio" userId="3c36d808-1a9c-406c-9ed3-731aad3c2883" providerId="ADAL" clId="{FF39501A-A1D1-496D-B883-B14AFD3FDAFE}" dt="2026-09-03T10:12:46.012" v="2410" actId="6938"/>
          <pc:sldLayoutMkLst>
            <pc:docMk/>
            <pc:sldMasterMk cId="2259672456" sldId="2147483692"/>
            <pc:sldLayoutMk cId="2119375455" sldId="2147483696"/>
          </pc:sldLayoutMkLst>
        </pc:sldLayoutChg>
        <pc:sldLayoutChg chg="new replId">
          <pc:chgData name="Zanon, Julio" userId="3c36d808-1a9c-406c-9ed3-731aad3c2883" providerId="ADAL" clId="{FF39501A-A1D1-496D-B883-B14AFD3FDAFE}" dt="2026-09-03T10:12:46.012" v="2410" actId="6938"/>
          <pc:sldLayoutMkLst>
            <pc:docMk/>
            <pc:sldMasterMk cId="2259672456" sldId="2147483692"/>
            <pc:sldLayoutMk cId="490524116" sldId="2147483697"/>
          </pc:sldLayoutMkLst>
        </pc:sldLayoutChg>
        <pc:sldLayoutChg chg="new replId">
          <pc:chgData name="Zanon, Julio" userId="3c36d808-1a9c-406c-9ed3-731aad3c2883" providerId="ADAL" clId="{FF39501A-A1D1-496D-B883-B14AFD3FDAFE}" dt="2026-09-03T10:12:46.012" v="2410" actId="6938"/>
          <pc:sldLayoutMkLst>
            <pc:docMk/>
            <pc:sldMasterMk cId="2259672456" sldId="2147483692"/>
            <pc:sldLayoutMk cId="2711809666" sldId="2147483698"/>
          </pc:sldLayoutMkLst>
        </pc:sldLayoutChg>
        <pc:sldLayoutChg chg="new replId">
          <pc:chgData name="Zanon, Julio" userId="3c36d808-1a9c-406c-9ed3-731aad3c2883" providerId="ADAL" clId="{FF39501A-A1D1-496D-B883-B14AFD3FDAFE}" dt="2026-09-03T10:12:46.012" v="2410" actId="6938"/>
          <pc:sldLayoutMkLst>
            <pc:docMk/>
            <pc:sldMasterMk cId="2259672456" sldId="2147483692"/>
            <pc:sldLayoutMk cId="861093189" sldId="2147483699"/>
          </pc:sldLayoutMkLst>
        </pc:sldLayoutChg>
        <pc:sldLayoutChg chg="new replId">
          <pc:chgData name="Zanon, Julio" userId="3c36d808-1a9c-406c-9ed3-731aad3c2883" providerId="ADAL" clId="{FF39501A-A1D1-496D-B883-B14AFD3FDAFE}" dt="2026-09-03T10:12:46.012" v="2410" actId="6938"/>
          <pc:sldLayoutMkLst>
            <pc:docMk/>
            <pc:sldMasterMk cId="2259672456" sldId="2147483692"/>
            <pc:sldLayoutMk cId="668210664" sldId="2147483700"/>
          </pc:sldLayoutMkLst>
        </pc:sldLayoutChg>
        <pc:sldLayoutChg chg="new replId">
          <pc:chgData name="Zanon, Julio" userId="3c36d808-1a9c-406c-9ed3-731aad3c2883" providerId="ADAL" clId="{FF39501A-A1D1-496D-B883-B14AFD3FDAFE}" dt="2026-09-03T10:12:46.012" v="2410" actId="6938"/>
          <pc:sldLayoutMkLst>
            <pc:docMk/>
            <pc:sldMasterMk cId="2259672456" sldId="2147483692"/>
            <pc:sldLayoutMk cId="3200458494" sldId="2147483701"/>
          </pc:sldLayoutMkLst>
        </pc:sldLayoutChg>
        <pc:sldLayoutChg chg="new replId">
          <pc:chgData name="Zanon, Julio" userId="3c36d808-1a9c-406c-9ed3-731aad3c2883" providerId="ADAL" clId="{FF39501A-A1D1-496D-B883-B14AFD3FDAFE}" dt="2026-09-03T10:12:46.012" v="2410" actId="6938"/>
          <pc:sldLayoutMkLst>
            <pc:docMk/>
            <pc:sldMasterMk cId="2259672456" sldId="2147483692"/>
            <pc:sldLayoutMk cId="2959829036" sldId="2147483702"/>
          </pc:sldLayoutMkLst>
        </pc:sldLayoutChg>
        <pc:sldLayoutChg chg="new replId">
          <pc:chgData name="Zanon, Julio" userId="3c36d808-1a9c-406c-9ed3-731aad3c2883" providerId="ADAL" clId="{FF39501A-A1D1-496D-B883-B14AFD3FDAFE}" dt="2026-09-03T10:12:46.012" v="2410" actId="6938"/>
          <pc:sldLayoutMkLst>
            <pc:docMk/>
            <pc:sldMasterMk cId="2259672456" sldId="2147483692"/>
            <pc:sldLayoutMk cId="2132403737" sldId="2147483703"/>
          </pc:sldLayoutMkLst>
        </pc:sldLayoutChg>
      </pc:sldMasterChg>
      <pc:sldMasterChg chg="mod modSldLayout">
        <pc:chgData name="Zanon, Julio" userId="3c36d808-1a9c-406c-9ed3-731aad3c2883" providerId="ADAL" clId="{FF39501A-A1D1-496D-B883-B14AFD3FDAFE}" dt="2026-09-03T11:55:09.591" v="3176"/>
        <pc:sldMasterMkLst>
          <pc:docMk/>
          <pc:sldMasterMk cId="3245692461" sldId="2147483692"/>
        </pc:sldMasterMkLst>
        <pc:sldLayoutChg chg="addSp delSp modSp mod">
          <pc:chgData name="Zanon, Julio" userId="3c36d808-1a9c-406c-9ed3-731aad3c2883" providerId="ADAL" clId="{FF39501A-A1D1-496D-B883-B14AFD3FDAFE}" dt="2026-09-03T11:55:09.591" v="3176"/>
          <pc:sldLayoutMkLst>
            <pc:docMk/>
            <pc:sldMasterMk cId="3245692461" sldId="2147483692"/>
            <pc:sldLayoutMk cId="2889069744" sldId="2147483694"/>
          </pc:sldLayoutMkLst>
          <pc:spChg chg="add">
            <ac:chgData name="Zanon, Julio" userId="3c36d808-1a9c-406c-9ed3-731aad3c2883" providerId="ADAL" clId="{FF39501A-A1D1-496D-B883-B14AFD3FDAFE}" dt="2026-09-03T10:16:42.937" v="2442" actId="22"/>
            <ac:spMkLst>
              <pc:docMk/>
              <pc:sldMasterMk cId="3245692461" sldId="2147483692"/>
              <pc:sldLayoutMk cId="2889069744" sldId="2147483694"/>
              <ac:spMk id="4" creationId="{E9CF9EAB-2CED-4F37-DCD0-3E9539877C40}"/>
            </ac:spMkLst>
          </pc:spChg>
          <pc:spChg chg="del">
            <ac:chgData name="Zanon, Julio" userId="3c36d808-1a9c-406c-9ed3-731aad3c2883" providerId="ADAL" clId="{FF39501A-A1D1-496D-B883-B14AFD3FDAFE}" dt="2026-09-03T10:16:42.619" v="2441" actId="478"/>
            <ac:spMkLst>
              <pc:docMk/>
              <pc:sldMasterMk cId="3245692461" sldId="2147483692"/>
              <pc:sldLayoutMk cId="2889069744" sldId="2147483694"/>
              <ac:spMk id="8" creationId="{B0DBC393-9F25-3C1B-2DB9-56DBAADBC2C9}"/>
            </ac:spMkLst>
          </pc:spChg>
          <pc:spChg chg="mod">
            <ac:chgData name="Zanon, Julio" userId="3c36d808-1a9c-406c-9ed3-731aad3c2883" providerId="ADAL" clId="{FF39501A-A1D1-496D-B883-B14AFD3FDAFE}" dt="2026-09-03T10:34:29.320" v="2827" actId="1076"/>
            <ac:spMkLst>
              <pc:docMk/>
              <pc:sldMasterMk cId="3245692461" sldId="2147483692"/>
              <pc:sldLayoutMk cId="2889069744" sldId="2147483694"/>
              <ac:spMk id="11" creationId="{09529F6F-BDA2-DE4C-B0C4-8C86F4418557}"/>
            </ac:spMkLst>
          </pc:spChg>
          <pc:spChg chg="add">
            <ac:chgData name="Zanon, Julio" userId="3c36d808-1a9c-406c-9ed3-731aad3c2883" providerId="ADAL" clId="{FF39501A-A1D1-496D-B883-B14AFD3FDAFE}" dt="2026-09-03T10:33:40.183" v="2823" actId="22"/>
            <ac:spMkLst>
              <pc:docMk/>
              <pc:sldMasterMk cId="3245692461" sldId="2147483692"/>
              <pc:sldLayoutMk cId="2889069744" sldId="2147483694"/>
              <ac:spMk id="18" creationId="{F7A2ACB0-91BE-2B32-E136-8E9204FD4D03}"/>
            </ac:spMkLst>
          </pc:spChg>
          <pc:spChg chg="add mod">
            <ac:chgData name="Zanon, Julio" userId="3c36d808-1a9c-406c-9ed3-731aad3c2883" providerId="ADAL" clId="{FF39501A-A1D1-496D-B883-B14AFD3FDAFE}" dt="2026-09-03T11:55:09.591" v="3176"/>
            <ac:spMkLst>
              <pc:docMk/>
              <pc:sldMasterMk cId="3245692461" sldId="2147483692"/>
              <pc:sldLayoutMk cId="2889069744" sldId="2147483694"/>
              <ac:spMk id="19" creationId="{25ADF550-B655-5F71-FC4F-B1BBF74B6B9D}"/>
            </ac:spMkLst>
          </pc:spChg>
          <pc:spChg chg="add mod">
            <ac:chgData name="Zanon, Julio" userId="3c36d808-1a9c-406c-9ed3-731aad3c2883" providerId="ADAL" clId="{FF39501A-A1D1-496D-B883-B14AFD3FDAFE}" dt="2026-09-03T11:55:09.591" v="3176"/>
            <ac:spMkLst>
              <pc:docMk/>
              <pc:sldMasterMk cId="3245692461" sldId="2147483692"/>
              <pc:sldLayoutMk cId="2889069744" sldId="2147483694"/>
              <ac:spMk id="21" creationId="{46DD7BA3-0802-34B5-089D-D65C4EF99222}"/>
            </ac:spMkLst>
          </pc:spChg>
        </pc:sldLayoutChg>
        <pc:sldLayoutChg chg="addSp delSp mod">
          <pc:chgData name="Zanon, Julio" userId="3c36d808-1a9c-406c-9ed3-731aad3c2883" providerId="ADAL" clId="{FF39501A-A1D1-496D-B883-B14AFD3FDAFE}" dt="2026-09-03T10:16:48.003" v="2444" actId="22"/>
          <pc:sldLayoutMkLst>
            <pc:docMk/>
            <pc:sldMasterMk cId="3245692461" sldId="2147483692"/>
            <pc:sldLayoutMk cId="2643254367" sldId="2147483695"/>
          </pc:sldLayoutMkLst>
          <pc:spChg chg="add">
            <ac:chgData name="Zanon, Julio" userId="3c36d808-1a9c-406c-9ed3-731aad3c2883" providerId="ADAL" clId="{FF39501A-A1D1-496D-B883-B14AFD3FDAFE}" dt="2026-09-03T10:16:48.003" v="2444" actId="22"/>
            <ac:spMkLst>
              <pc:docMk/>
              <pc:sldMasterMk cId="3245692461" sldId="2147483692"/>
              <pc:sldLayoutMk cId="2643254367" sldId="2147483695"/>
              <ac:spMk id="4" creationId="{CC005439-FB84-51C0-8CF0-105CEC4B4E69}"/>
            </ac:spMkLst>
          </pc:spChg>
          <pc:spChg chg="del">
            <ac:chgData name="Zanon, Julio" userId="3c36d808-1a9c-406c-9ed3-731aad3c2883" providerId="ADAL" clId="{FF39501A-A1D1-496D-B883-B14AFD3FDAFE}" dt="2026-09-03T10:16:47.728" v="2443" actId="478"/>
            <ac:spMkLst>
              <pc:docMk/>
              <pc:sldMasterMk cId="3245692461" sldId="2147483692"/>
              <pc:sldLayoutMk cId="2643254367" sldId="2147483695"/>
              <ac:spMk id="8" creationId="{B0DBC393-9F25-3C1B-2DB9-56DBAADBC2C9}"/>
            </ac:spMkLst>
          </pc:spChg>
        </pc:sldLayoutChg>
        <pc:sldLayoutChg chg="addSp delSp mod">
          <pc:chgData name="Zanon, Julio" userId="3c36d808-1a9c-406c-9ed3-731aad3c2883" providerId="ADAL" clId="{FF39501A-A1D1-496D-B883-B14AFD3FDAFE}" dt="2026-09-03T10:18:35.206" v="2454" actId="22"/>
          <pc:sldLayoutMkLst>
            <pc:docMk/>
            <pc:sldMasterMk cId="3245692461" sldId="2147483692"/>
            <pc:sldLayoutMk cId="4262182110" sldId="2147483696"/>
          </pc:sldLayoutMkLst>
          <pc:spChg chg="del">
            <ac:chgData name="Zanon, Julio" userId="3c36d808-1a9c-406c-9ed3-731aad3c2883" providerId="ADAL" clId="{FF39501A-A1D1-496D-B883-B14AFD3FDAFE}" dt="2026-09-03T10:18:34.923" v="2453" actId="478"/>
            <ac:spMkLst>
              <pc:docMk/>
              <pc:sldMasterMk cId="3245692461" sldId="2147483692"/>
              <pc:sldLayoutMk cId="4262182110" sldId="2147483696"/>
              <ac:spMk id="36" creationId="{DD172FDA-FB0A-4819-4FF4-6938D6FD219B}"/>
            </ac:spMkLst>
          </pc:spChg>
          <pc:picChg chg="add">
            <ac:chgData name="Zanon, Julio" userId="3c36d808-1a9c-406c-9ed3-731aad3c2883" providerId="ADAL" clId="{FF39501A-A1D1-496D-B883-B14AFD3FDAFE}" dt="2026-09-03T10:18:35.206" v="2454" actId="22"/>
            <ac:picMkLst>
              <pc:docMk/>
              <pc:sldMasterMk cId="3245692461" sldId="2147483692"/>
              <pc:sldLayoutMk cId="4262182110" sldId="2147483696"/>
              <ac:picMk id="4" creationId="{67B9C67C-1211-3887-553D-670F9B6F9211}"/>
            </ac:picMkLst>
          </pc:picChg>
          <pc:picChg chg="del">
            <ac:chgData name="Zanon, Julio" userId="3c36d808-1a9c-406c-9ed3-731aad3c2883" providerId="ADAL" clId="{FF39501A-A1D1-496D-B883-B14AFD3FDAFE}" dt="2026-09-03T10:18:31.978" v="2452" actId="478"/>
            <ac:picMkLst>
              <pc:docMk/>
              <pc:sldMasterMk cId="3245692461" sldId="2147483692"/>
              <pc:sldLayoutMk cId="4262182110" sldId="2147483696"/>
              <ac:picMk id="27" creationId="{E46078F4-46E2-F411-9FAD-AAC587EFC21D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82F62F-F618-4BC0-9D74-16B2F1281F60}" type="datetimeFigureOut">
              <a:rPr lang="en-IE" smtClean="0"/>
              <a:t>07/09/2026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D81341-7477-4D24-B2B5-79024ACF2A2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99276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MachineVisionAcademy.org/" TargetMode="Externa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openxmlformats.org/officeDocument/2006/relationships/hyperlink" Target="https://machinevisionacademy.org/" TargetMode="Externa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5" Type="http://schemas.openxmlformats.org/officeDocument/2006/relationships/hyperlink" Target="https://MachineVisionAcademy.org/" TargetMode="Externa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A01FC6-01C1-44B0-8761-19452AD0E6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LightScreen trans="60000" gridSize="1"/>
                    </a14:imgEffect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10" name="Shape 2">
            <a:extLst>
              <a:ext uri="{FF2B5EF4-FFF2-40B4-BE49-F238E27FC236}">
                <a16:creationId xmlns:a16="http://schemas.microsoft.com/office/drawing/2014/main" id="{717E2425-540C-A85B-22D5-DACCC1D5A2B4}"/>
              </a:ext>
            </a:extLst>
          </p:cNvPr>
          <p:cNvSpPr/>
          <p:nvPr userDrawn="1"/>
        </p:nvSpPr>
        <p:spPr>
          <a:xfrm>
            <a:off x="4483233" y="3330858"/>
            <a:ext cx="3225534" cy="1"/>
          </a:xfrm>
          <a:prstGeom prst="line">
            <a:avLst/>
          </a:prstGeom>
          <a:noFill/>
          <a:ln w="15240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F20F5FD9-7311-0383-F31D-066B5FB06783}"/>
              </a:ext>
            </a:extLst>
          </p:cNvPr>
          <p:cNvSpPr/>
          <p:nvPr userDrawn="1"/>
        </p:nvSpPr>
        <p:spPr>
          <a:xfrm>
            <a:off x="213824" y="2883841"/>
            <a:ext cx="1188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kern="0" spc="110" dirty="0">
                <a:solidFill>
                  <a:srgbClr val="60727E"/>
                </a:solidFill>
              </a:rPr>
              <a:t>COURSE</a:t>
            </a:r>
            <a:endParaRPr lang="en-US" sz="55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0DD80D4D-6651-B6B9-9165-7EFC0560260B}"/>
              </a:ext>
            </a:extLst>
          </p:cNvPr>
          <p:cNvSpPr/>
          <p:nvPr userDrawn="1"/>
        </p:nvSpPr>
        <p:spPr>
          <a:xfrm>
            <a:off x="3843408" y="1374621"/>
            <a:ext cx="4505184" cy="19981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bg1">
                    <a:lumMod val="95000"/>
                  </a:schemeClr>
                </a:solidFill>
              </a:rPr>
              <a:t>Machine Vision Fundamentals</a:t>
            </a:r>
            <a:endParaRPr lang="en-US" sz="40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596F2C80-78EA-3A66-BE2E-B4D9146B649C}"/>
              </a:ext>
            </a:extLst>
          </p:cNvPr>
          <p:cNvSpPr/>
          <p:nvPr userDrawn="1"/>
        </p:nvSpPr>
        <p:spPr>
          <a:xfrm>
            <a:off x="5081366" y="3551597"/>
            <a:ext cx="2029269" cy="900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E95D9"/>
                </a:solidFill>
              </a:rPr>
              <a:t>MVA-101</a:t>
            </a:r>
            <a:endParaRPr lang="en-US" sz="3600" dirty="0">
              <a:solidFill>
                <a:srgbClr val="4E95D9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DAA409-5A9D-51C5-F51D-9F4D00053E8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80170" y="5802263"/>
            <a:ext cx="2965428" cy="953814"/>
          </a:xfrm>
          <a:prstGeom prst="rect">
            <a:avLst/>
          </a:prstGeom>
        </p:spPr>
      </p:pic>
      <p:sp>
        <p:nvSpPr>
          <p:cNvPr id="8" name="Text 1">
            <a:hlinkClick r:id="rId5"/>
            <a:extLst>
              <a:ext uri="{FF2B5EF4-FFF2-40B4-BE49-F238E27FC236}">
                <a16:creationId xmlns:a16="http://schemas.microsoft.com/office/drawing/2014/main" id="{B0DBC393-9F25-3C1B-2DB9-56DBAADBC2C9}"/>
              </a:ext>
            </a:extLst>
          </p:cNvPr>
          <p:cNvSpPr/>
          <p:nvPr userDrawn="1"/>
        </p:nvSpPr>
        <p:spPr>
          <a:xfrm>
            <a:off x="135748" y="6647320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chemeClr val="bg1">
                    <a:lumMod val="95000"/>
                  </a:schemeClr>
                </a:solidFill>
                <a:uFill>
                  <a:solidFill>
                    <a:srgbClr val="156082"/>
                  </a:solidFill>
                </a:u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machinevisionacademy.org</a:t>
            </a:r>
            <a:endParaRPr lang="en-US" sz="9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122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ul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E7BB81B1-6ADD-CBC7-5DBA-6E25161FAC9E}"/>
              </a:ext>
            </a:extLst>
          </p:cNvPr>
          <p:cNvSpPr/>
          <p:nvPr userDrawn="1"/>
        </p:nvSpPr>
        <p:spPr>
          <a:xfrm>
            <a:off x="43600" y="66821"/>
            <a:ext cx="1529168" cy="6724357"/>
          </a:xfrm>
          <a:prstGeom prst="rect">
            <a:avLst/>
          </a:prstGeom>
          <a:solidFill>
            <a:srgbClr val="EEF6FA"/>
          </a:solidFill>
          <a:ln w="10160">
            <a:solidFill>
              <a:schemeClr val="bg1">
                <a:lumMod val="85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303CC93C-82D0-AE85-61F1-77581FC0C7AC}"/>
              </a:ext>
            </a:extLst>
          </p:cNvPr>
          <p:cNvSpPr/>
          <p:nvPr userDrawn="1"/>
        </p:nvSpPr>
        <p:spPr>
          <a:xfrm>
            <a:off x="135748" y="1449677"/>
            <a:ext cx="1344872" cy="96012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9525">
            <a:solidFill>
              <a:srgbClr val="AABBC6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717E2425-540C-A85B-22D5-DACCC1D5A2B4}"/>
              </a:ext>
            </a:extLst>
          </p:cNvPr>
          <p:cNvSpPr/>
          <p:nvPr userDrawn="1"/>
        </p:nvSpPr>
        <p:spPr>
          <a:xfrm>
            <a:off x="186392" y="2743531"/>
            <a:ext cx="1243584" cy="1"/>
          </a:xfrm>
          <a:prstGeom prst="line">
            <a:avLst/>
          </a:prstGeom>
          <a:noFill/>
          <a:ln w="15240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37FA76B-05CB-D1A3-663F-721CB32EF1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627" y="242218"/>
            <a:ext cx="1423114" cy="457737"/>
          </a:xfrm>
          <a:prstGeom prst="rect">
            <a:avLst/>
          </a:prstGeom>
        </p:spPr>
      </p:pic>
      <p:sp>
        <p:nvSpPr>
          <p:cNvPr id="13" name="Text 6">
            <a:extLst>
              <a:ext uri="{FF2B5EF4-FFF2-40B4-BE49-F238E27FC236}">
                <a16:creationId xmlns:a16="http://schemas.microsoft.com/office/drawing/2014/main" id="{F20F5FD9-7311-0383-F31D-066B5FB06783}"/>
              </a:ext>
            </a:extLst>
          </p:cNvPr>
          <p:cNvSpPr/>
          <p:nvPr userDrawn="1"/>
        </p:nvSpPr>
        <p:spPr>
          <a:xfrm>
            <a:off x="213824" y="2883841"/>
            <a:ext cx="1188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kern="0" spc="110" dirty="0">
                <a:solidFill>
                  <a:srgbClr val="60727E"/>
                </a:solidFill>
              </a:rPr>
              <a:t>COURSE</a:t>
            </a:r>
            <a:endParaRPr lang="en-US" sz="55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0DD80D4D-6651-B6B9-9165-7EFC0560260B}"/>
              </a:ext>
            </a:extLst>
          </p:cNvPr>
          <p:cNvSpPr/>
          <p:nvPr userDrawn="1"/>
        </p:nvSpPr>
        <p:spPr>
          <a:xfrm>
            <a:off x="168104" y="3125247"/>
            <a:ext cx="12801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33642"/>
                </a:solidFill>
              </a:rPr>
              <a:t>Machine Vision Fundamentals</a:t>
            </a:r>
            <a:endParaRPr lang="en-US" sz="1050" dirty="0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596F2C80-78EA-3A66-BE2E-B4D9146B649C}"/>
              </a:ext>
            </a:extLst>
          </p:cNvPr>
          <p:cNvSpPr/>
          <p:nvPr userDrawn="1"/>
        </p:nvSpPr>
        <p:spPr>
          <a:xfrm>
            <a:off x="222968" y="3752793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156082"/>
                </a:solidFill>
              </a:rPr>
              <a:t>MVA-101</a:t>
            </a:r>
            <a:endParaRPr lang="en-US" sz="720" dirty="0"/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05189D40-857C-1754-7FE1-E78A5CCA379A}"/>
              </a:ext>
            </a:extLst>
          </p:cNvPr>
          <p:cNvSpPr/>
          <p:nvPr userDrawn="1"/>
        </p:nvSpPr>
        <p:spPr>
          <a:xfrm>
            <a:off x="186392" y="1163191"/>
            <a:ext cx="1243584" cy="1"/>
          </a:xfrm>
          <a:prstGeom prst="line">
            <a:avLst/>
          </a:prstGeom>
          <a:noFill/>
          <a:ln w="15240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" name="Picture Placeholder 19">
            <a:extLst>
              <a:ext uri="{FF2B5EF4-FFF2-40B4-BE49-F238E27FC236}">
                <a16:creationId xmlns:a16="http://schemas.microsoft.com/office/drawing/2014/main" id="{9C3AC72C-8547-5DDA-5830-A3AF3FAED32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85738" y="1527373"/>
            <a:ext cx="1244600" cy="810006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endParaRPr lang="en-IE" dirty="0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09529F6F-BDA2-DE4C-B0C4-8C86F44185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9272" y="2615974"/>
            <a:ext cx="8686336" cy="386739"/>
          </a:xfrm>
          <a:prstGeom prst="rect">
            <a:avLst/>
          </a:prstGeom>
        </p:spPr>
        <p:txBody>
          <a:bodyPr/>
          <a:lstStyle>
            <a:lvl1pPr>
              <a:buNone/>
              <a:defRPr sz="14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A concise sentence introducing the module or learning theme</a:t>
            </a:r>
            <a:endParaRPr lang="en-IE" dirty="0"/>
          </a:p>
        </p:txBody>
      </p:sp>
      <p:sp>
        <p:nvSpPr>
          <p:cNvPr id="16" name="Shape 2">
            <a:extLst>
              <a:ext uri="{FF2B5EF4-FFF2-40B4-BE49-F238E27FC236}">
                <a16:creationId xmlns:a16="http://schemas.microsoft.com/office/drawing/2014/main" id="{BC804777-5862-5446-09EF-722ECA994E74}"/>
              </a:ext>
            </a:extLst>
          </p:cNvPr>
          <p:cNvSpPr/>
          <p:nvPr userDrawn="1"/>
        </p:nvSpPr>
        <p:spPr>
          <a:xfrm>
            <a:off x="1847260" y="3085649"/>
            <a:ext cx="10053356" cy="4427"/>
          </a:xfrm>
          <a:prstGeom prst="line">
            <a:avLst/>
          </a:prstGeom>
          <a:noFill/>
          <a:ln w="1905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9F839F4A-82A9-9D1E-E259-9E440C88B48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13140" y="1527373"/>
            <a:ext cx="817915" cy="565084"/>
          </a:xfrm>
          <a:prstGeom prst="rect">
            <a:avLst/>
          </a:prstGeom>
        </p:spPr>
        <p:txBody>
          <a:bodyPr/>
          <a:lstStyle>
            <a:lvl1pPr>
              <a:buNone/>
              <a:defRPr sz="4000" b="1">
                <a:solidFill>
                  <a:schemeClr val="tx2">
                    <a:lumMod val="25000"/>
                    <a:lumOff val="75000"/>
                  </a:schemeClr>
                </a:solidFill>
                <a:latin typeface="Aptos Slab Black" panose="020F0502020204030204" pitchFamily="34" charset="0"/>
              </a:defRPr>
            </a:lvl1pPr>
          </a:lstStyle>
          <a:p>
            <a:pPr lvl="0"/>
            <a:r>
              <a:rPr lang="en-GB" dirty="0"/>
              <a:t>##</a:t>
            </a:r>
            <a:endParaRPr lang="en-IE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B6A5739A-7B5F-EA1A-887F-3486A6BB2C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86331" y="1527373"/>
            <a:ext cx="8819277" cy="576181"/>
          </a:xfrm>
          <a:prstGeom prst="rect">
            <a:avLst/>
          </a:prstGeom>
        </p:spPr>
        <p:txBody>
          <a:bodyPr/>
          <a:lstStyle>
            <a:lvl1pPr algn="l">
              <a:defRPr lang="en-IE" sz="3600" b="1">
                <a:solidFill>
                  <a:schemeClr val="tx2"/>
                </a:solidFill>
              </a:defRPr>
            </a:lvl1pPr>
          </a:lstStyle>
          <a:p>
            <a:pPr marL="228600" indent="-228600" algn="l">
              <a:lnSpc>
                <a:spcPct val="90000"/>
              </a:lnSpc>
              <a:spcBef>
                <a:spcPts val="1000"/>
              </a:spcBef>
            </a:pPr>
            <a:r>
              <a:rPr lang="en-GB"/>
              <a:t>Light, colour and radiometry</a:t>
            </a:r>
            <a:endParaRPr lang="en-IE" dirty="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712D2153-E66D-55AB-8DF3-8C6BE70B98F4}"/>
              </a:ext>
            </a:extLst>
          </p:cNvPr>
          <p:cNvSpPr/>
          <p:nvPr userDrawn="1"/>
        </p:nvSpPr>
        <p:spPr>
          <a:xfrm>
            <a:off x="134727" y="732771"/>
            <a:ext cx="1368085" cy="145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indent="0" algn="ctr">
              <a:buNone/>
            </a:pPr>
            <a:r>
              <a:rPr lang="en-US" sz="680" u="none" dirty="0">
                <a:solidFill>
                  <a:srgbClr val="156082"/>
                </a:solidFill>
                <a:uFill>
                  <a:solidFill>
                    <a:srgbClr val="156082"/>
                  </a:solidFill>
                </a:uFill>
              </a:rPr>
              <a:t>https://machinevisionacademy.org/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BDA9891-B5A3-4536-DDC7-1F387083BD8E}"/>
              </a:ext>
            </a:extLst>
          </p:cNvPr>
          <p:cNvSpPr txBox="1"/>
          <p:nvPr userDrawn="1"/>
        </p:nvSpPr>
        <p:spPr>
          <a:xfrm>
            <a:off x="1680380" y="6462800"/>
            <a:ext cx="104680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1200" dirty="0">
                <a:solidFill>
                  <a:schemeClr val="bg1">
                    <a:lumMod val="50000"/>
                  </a:schemeClr>
                </a:solidFill>
              </a:rPr>
              <a:t>   </a:t>
            </a:r>
            <a:r>
              <a:rPr lang="en-IE" sz="1200" i="1" dirty="0">
                <a:solidFill>
                  <a:schemeClr val="bg1">
                    <a:lumMod val="50000"/>
                  </a:schemeClr>
                </a:solidFill>
              </a:rPr>
              <a:t>Use the </a:t>
            </a:r>
            <a:r>
              <a:rPr lang="en-IE" sz="1200" b="1" i="1" dirty="0">
                <a:solidFill>
                  <a:schemeClr val="bg1">
                    <a:lumMod val="50000"/>
                  </a:schemeClr>
                </a:solidFill>
              </a:rPr>
              <a:t>Machine Vision Engineering Handbook</a:t>
            </a:r>
            <a:r>
              <a:rPr lang="en-IE" sz="1200" i="1" dirty="0">
                <a:solidFill>
                  <a:schemeClr val="bg1">
                    <a:lumMod val="50000"/>
                  </a:schemeClr>
                </a:solidFill>
              </a:rPr>
              <a:t> at “https://machinevisionacademy.org/handbook/ “   for additional content supporting this presentation.</a:t>
            </a:r>
          </a:p>
        </p:txBody>
      </p:sp>
      <p:sp>
        <p:nvSpPr>
          <p:cNvPr id="31" name="Text Placeholder 8">
            <a:extLst>
              <a:ext uri="{FF2B5EF4-FFF2-40B4-BE49-F238E27FC236}">
                <a16:creationId xmlns:a16="http://schemas.microsoft.com/office/drawing/2014/main" id="{5C13C99F-018C-7EAD-0EDB-6DBD6A8F50C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640706" y="3813987"/>
            <a:ext cx="9259910" cy="1098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buFont typeface="Arial" panose="020B0604020202020204" pitchFamily="34" charset="0"/>
              <a:buChar char="•"/>
              <a:defRPr lang="en-IE" sz="1800" dirty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lvl="0"/>
            <a:r>
              <a:rPr lang="en-GB" dirty="0"/>
              <a:t>Topic 1.</a:t>
            </a:r>
          </a:p>
          <a:p>
            <a:pPr marL="0" lvl="0"/>
            <a:r>
              <a:rPr lang="en-GB" dirty="0"/>
              <a:t>Topic 2</a:t>
            </a:r>
          </a:p>
          <a:p>
            <a:pPr marL="0" lvl="0"/>
            <a:endParaRPr lang="en-IE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C2E80E6-0AC4-18CC-8836-29076C1289B6}"/>
              </a:ext>
            </a:extLst>
          </p:cNvPr>
          <p:cNvSpPr txBox="1"/>
          <p:nvPr userDrawn="1"/>
        </p:nvSpPr>
        <p:spPr>
          <a:xfrm>
            <a:off x="2484321" y="3398848"/>
            <a:ext cx="9341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b="1" dirty="0">
                <a:solidFill>
                  <a:schemeClr val="bg1">
                    <a:lumMod val="50000"/>
                  </a:schemeClr>
                </a:solidFill>
              </a:rPr>
              <a:t>Content summary:</a:t>
            </a:r>
          </a:p>
        </p:txBody>
      </p:sp>
    </p:spTree>
    <p:extLst>
      <p:ext uri="{BB962C8B-B14F-4D97-AF65-F5344CB8AC3E}">
        <p14:creationId xmlns:p14="http://schemas.microsoft.com/office/powerpoint/2010/main" val="672108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Pa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E7BB81B1-6ADD-CBC7-5DBA-6E25161FAC9E}"/>
              </a:ext>
            </a:extLst>
          </p:cNvPr>
          <p:cNvSpPr/>
          <p:nvPr userDrawn="1"/>
        </p:nvSpPr>
        <p:spPr>
          <a:xfrm>
            <a:off x="43600" y="66821"/>
            <a:ext cx="1529168" cy="6724357"/>
          </a:xfrm>
          <a:prstGeom prst="rect">
            <a:avLst/>
          </a:prstGeom>
          <a:solidFill>
            <a:srgbClr val="EEF6FA"/>
          </a:solidFill>
          <a:ln w="10160">
            <a:solidFill>
              <a:schemeClr val="bg1">
                <a:lumMod val="85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303CC93C-82D0-AE85-61F1-77581FC0C7AC}"/>
              </a:ext>
            </a:extLst>
          </p:cNvPr>
          <p:cNvSpPr/>
          <p:nvPr userDrawn="1"/>
        </p:nvSpPr>
        <p:spPr>
          <a:xfrm>
            <a:off x="135748" y="1449677"/>
            <a:ext cx="1344872" cy="96012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9525">
            <a:solidFill>
              <a:srgbClr val="AABBC6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717E2425-540C-A85B-22D5-DACCC1D5A2B4}"/>
              </a:ext>
            </a:extLst>
          </p:cNvPr>
          <p:cNvSpPr/>
          <p:nvPr userDrawn="1"/>
        </p:nvSpPr>
        <p:spPr>
          <a:xfrm>
            <a:off x="186392" y="2743531"/>
            <a:ext cx="1243584" cy="1"/>
          </a:xfrm>
          <a:prstGeom prst="line">
            <a:avLst/>
          </a:prstGeom>
          <a:noFill/>
          <a:ln w="15240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37FA76B-05CB-D1A3-663F-721CB32EF1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627" y="242218"/>
            <a:ext cx="1423114" cy="457737"/>
          </a:xfrm>
          <a:prstGeom prst="rect">
            <a:avLst/>
          </a:prstGeom>
        </p:spPr>
      </p:pic>
      <p:sp>
        <p:nvSpPr>
          <p:cNvPr id="13" name="Text 6">
            <a:extLst>
              <a:ext uri="{FF2B5EF4-FFF2-40B4-BE49-F238E27FC236}">
                <a16:creationId xmlns:a16="http://schemas.microsoft.com/office/drawing/2014/main" id="{F20F5FD9-7311-0383-F31D-066B5FB06783}"/>
              </a:ext>
            </a:extLst>
          </p:cNvPr>
          <p:cNvSpPr/>
          <p:nvPr userDrawn="1"/>
        </p:nvSpPr>
        <p:spPr>
          <a:xfrm>
            <a:off x="213824" y="2883841"/>
            <a:ext cx="1188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kern="0" spc="110" dirty="0">
                <a:solidFill>
                  <a:srgbClr val="60727E"/>
                </a:solidFill>
              </a:rPr>
              <a:t>COURSE</a:t>
            </a:r>
            <a:endParaRPr lang="en-US" sz="55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0DD80D4D-6651-B6B9-9165-7EFC0560260B}"/>
              </a:ext>
            </a:extLst>
          </p:cNvPr>
          <p:cNvSpPr/>
          <p:nvPr userDrawn="1"/>
        </p:nvSpPr>
        <p:spPr>
          <a:xfrm>
            <a:off x="168104" y="3125247"/>
            <a:ext cx="12801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33642"/>
                </a:solidFill>
              </a:rPr>
              <a:t>Machine Vision Fundamentals</a:t>
            </a:r>
            <a:endParaRPr lang="en-US" sz="1050" dirty="0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596F2C80-78EA-3A66-BE2E-B4D9146B649C}"/>
              </a:ext>
            </a:extLst>
          </p:cNvPr>
          <p:cNvSpPr/>
          <p:nvPr userDrawn="1"/>
        </p:nvSpPr>
        <p:spPr>
          <a:xfrm>
            <a:off x="222968" y="3752793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156082"/>
                </a:solidFill>
              </a:rPr>
              <a:t>MVA-101</a:t>
            </a:r>
            <a:endParaRPr lang="en-US" sz="720" dirty="0"/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05189D40-857C-1754-7FE1-E78A5CCA379A}"/>
              </a:ext>
            </a:extLst>
          </p:cNvPr>
          <p:cNvSpPr/>
          <p:nvPr userDrawn="1"/>
        </p:nvSpPr>
        <p:spPr>
          <a:xfrm>
            <a:off x="186392" y="1163191"/>
            <a:ext cx="1243584" cy="1"/>
          </a:xfrm>
          <a:prstGeom prst="line">
            <a:avLst/>
          </a:prstGeom>
          <a:noFill/>
          <a:ln w="15240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C7633B57-A69B-0222-ECC9-7AC1D9D829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9707" y="6368563"/>
            <a:ext cx="99695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rgbClr val="0070C0"/>
                </a:solidFill>
              </a:defRPr>
            </a:lvl1pPr>
          </a:lstStyle>
          <a:p>
            <a:fld id="{C9A9A43B-0806-4FEF-A1FC-1BB4E473C058}" type="slidenum">
              <a:rPr lang="en-IE" smtClean="0"/>
              <a:pPr/>
              <a:t>‹#›</a:t>
            </a:fld>
            <a:endParaRPr lang="en-IE"/>
          </a:p>
        </p:txBody>
      </p:sp>
      <p:sp>
        <p:nvSpPr>
          <p:cNvPr id="5" name="Picture Placeholder 19">
            <a:extLst>
              <a:ext uri="{FF2B5EF4-FFF2-40B4-BE49-F238E27FC236}">
                <a16:creationId xmlns:a16="http://schemas.microsoft.com/office/drawing/2014/main" id="{9C3AC72C-8547-5DDA-5830-A3AF3FAED32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85738" y="1527373"/>
            <a:ext cx="1244600" cy="810006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endParaRPr lang="en-IE" dirty="0"/>
          </a:p>
        </p:txBody>
      </p:sp>
      <p:sp>
        <p:nvSpPr>
          <p:cNvPr id="6" name="Shape 0">
            <a:extLst>
              <a:ext uri="{FF2B5EF4-FFF2-40B4-BE49-F238E27FC236}">
                <a16:creationId xmlns:a16="http://schemas.microsoft.com/office/drawing/2014/main" id="{DD3BDFED-FD1A-4F2E-8880-64C81E88B51B}"/>
              </a:ext>
            </a:extLst>
          </p:cNvPr>
          <p:cNvSpPr/>
          <p:nvPr userDrawn="1"/>
        </p:nvSpPr>
        <p:spPr>
          <a:xfrm>
            <a:off x="1626215" y="66821"/>
            <a:ext cx="10495446" cy="6724357"/>
          </a:xfrm>
          <a:prstGeom prst="rect">
            <a:avLst/>
          </a:prstGeom>
          <a:noFill/>
          <a:ln w="10160">
            <a:solidFill>
              <a:schemeClr val="bg1">
                <a:lumMod val="85000"/>
              </a:scheme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09529F6F-BDA2-DE4C-B0C4-8C86F44185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95157" y="140799"/>
            <a:ext cx="9924757" cy="386739"/>
          </a:xfrm>
          <a:prstGeom prst="rect">
            <a:avLst/>
          </a:prstGeom>
        </p:spPr>
        <p:txBody>
          <a:bodyPr/>
          <a:lstStyle>
            <a:lvl1pPr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Tittle</a:t>
            </a:r>
            <a:endParaRPr lang="en-IE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501A4EC5-6C9E-B1D1-251D-401C072DA9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304" y="4497481"/>
            <a:ext cx="1509463" cy="365125"/>
          </a:xfrm>
          <a:prstGeom prst="rect">
            <a:avLst/>
          </a:prstGeom>
        </p:spPr>
        <p:txBody>
          <a:bodyPr/>
          <a:lstStyle>
            <a:lvl1pPr marL="0" indent="0" algn="l">
              <a:defRPr lang="en-IE"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GB"/>
              <a:t>Light, colour and radiometry</a:t>
            </a:r>
            <a:endParaRPr lang="en-GB" dirty="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BE6ECEB8-5ACC-1F7D-FB8C-82A34AE3785B}"/>
              </a:ext>
            </a:extLst>
          </p:cNvPr>
          <p:cNvSpPr/>
          <p:nvPr userDrawn="1"/>
        </p:nvSpPr>
        <p:spPr>
          <a:xfrm>
            <a:off x="134727" y="732771"/>
            <a:ext cx="1368085" cy="145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indent="0" algn="ctr">
              <a:buNone/>
            </a:pPr>
            <a:r>
              <a:rPr lang="en-US" sz="680" u="none" dirty="0">
                <a:solidFill>
                  <a:srgbClr val="156082"/>
                </a:solidFill>
                <a:uFill>
                  <a:solidFill>
                    <a:srgbClr val="156082"/>
                  </a:solidFill>
                </a:uFill>
              </a:rPr>
              <a:t>https://machinevisionacademy.org/</a:t>
            </a:r>
          </a:p>
        </p:txBody>
      </p:sp>
    </p:spTree>
    <p:extLst>
      <p:ext uri="{BB962C8B-B14F-4D97-AF65-F5344CB8AC3E}">
        <p14:creationId xmlns:p14="http://schemas.microsoft.com/office/powerpoint/2010/main" val="345799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ttom-Pa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0">
            <a:extLst>
              <a:ext uri="{FF2B5EF4-FFF2-40B4-BE49-F238E27FC236}">
                <a16:creationId xmlns:a16="http://schemas.microsoft.com/office/drawing/2014/main" id="{279C8ED4-348F-64E7-6DE8-3B220D9E1755}"/>
              </a:ext>
            </a:extLst>
          </p:cNvPr>
          <p:cNvSpPr/>
          <p:nvPr userDrawn="1"/>
        </p:nvSpPr>
        <p:spPr>
          <a:xfrm>
            <a:off x="43600" y="6333441"/>
            <a:ext cx="12044304" cy="457737"/>
          </a:xfrm>
          <a:prstGeom prst="rect">
            <a:avLst/>
          </a:prstGeom>
          <a:solidFill>
            <a:srgbClr val="EEF6FA"/>
          </a:solidFill>
          <a:ln w="10160">
            <a:solidFill>
              <a:schemeClr val="bg1">
                <a:lumMod val="85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21" name="Shape 3">
            <a:extLst>
              <a:ext uri="{FF2B5EF4-FFF2-40B4-BE49-F238E27FC236}">
                <a16:creationId xmlns:a16="http://schemas.microsoft.com/office/drawing/2014/main" id="{CE0BC40A-0094-67A4-156C-F03CDD6B0A9C}"/>
              </a:ext>
            </a:extLst>
          </p:cNvPr>
          <p:cNvSpPr/>
          <p:nvPr userDrawn="1"/>
        </p:nvSpPr>
        <p:spPr>
          <a:xfrm>
            <a:off x="2297259" y="6367704"/>
            <a:ext cx="1100086" cy="401639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9525">
            <a:solidFill>
              <a:srgbClr val="AABBC6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5" name="Shape 2">
            <a:extLst>
              <a:ext uri="{FF2B5EF4-FFF2-40B4-BE49-F238E27FC236}">
                <a16:creationId xmlns:a16="http://schemas.microsoft.com/office/drawing/2014/main" id="{A35EE51E-085A-6475-14D7-E87B7FAA3FB7}"/>
              </a:ext>
            </a:extLst>
          </p:cNvPr>
          <p:cNvSpPr/>
          <p:nvPr userDrawn="1"/>
        </p:nvSpPr>
        <p:spPr>
          <a:xfrm>
            <a:off x="1830905" y="6368096"/>
            <a:ext cx="0" cy="408577"/>
          </a:xfrm>
          <a:prstGeom prst="line">
            <a:avLst/>
          </a:prstGeom>
          <a:noFill/>
          <a:ln w="15240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0" name="Text 6">
            <a:extLst>
              <a:ext uri="{FF2B5EF4-FFF2-40B4-BE49-F238E27FC236}">
                <a16:creationId xmlns:a16="http://schemas.microsoft.com/office/drawing/2014/main" id="{7A8E1D27-5DA4-5EA0-877C-FFE2089464A2}"/>
              </a:ext>
            </a:extLst>
          </p:cNvPr>
          <p:cNvSpPr/>
          <p:nvPr userDrawn="1"/>
        </p:nvSpPr>
        <p:spPr>
          <a:xfrm>
            <a:off x="3986849" y="6421467"/>
            <a:ext cx="594359" cy="1083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kern="0" spc="110" dirty="0">
                <a:solidFill>
                  <a:srgbClr val="60727E"/>
                </a:solidFill>
              </a:rPr>
              <a:t>COURSE</a:t>
            </a:r>
            <a:endParaRPr lang="en-US" sz="550" dirty="0"/>
          </a:p>
        </p:txBody>
      </p:sp>
      <p:sp>
        <p:nvSpPr>
          <p:cNvPr id="32" name="Text 7">
            <a:extLst>
              <a:ext uri="{FF2B5EF4-FFF2-40B4-BE49-F238E27FC236}">
                <a16:creationId xmlns:a16="http://schemas.microsoft.com/office/drawing/2014/main" id="{EBF91022-9891-E1B4-57C1-F451CCFF9D70}"/>
              </a:ext>
            </a:extLst>
          </p:cNvPr>
          <p:cNvSpPr/>
          <p:nvPr userDrawn="1"/>
        </p:nvSpPr>
        <p:spPr>
          <a:xfrm>
            <a:off x="4815959" y="6397716"/>
            <a:ext cx="12801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33642"/>
                </a:solidFill>
              </a:rPr>
              <a:t>Machine Vision Fundamentals</a:t>
            </a:r>
            <a:endParaRPr lang="en-US" sz="1050" dirty="0"/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12174D66-713E-058D-58B6-1786A6704D3A}"/>
              </a:ext>
            </a:extLst>
          </p:cNvPr>
          <p:cNvSpPr/>
          <p:nvPr userDrawn="1"/>
        </p:nvSpPr>
        <p:spPr>
          <a:xfrm>
            <a:off x="3890076" y="6562360"/>
            <a:ext cx="787903" cy="1540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156082"/>
                </a:solidFill>
              </a:rPr>
              <a:t>MVA-101</a:t>
            </a:r>
            <a:endParaRPr lang="en-US" sz="720" dirty="0"/>
          </a:p>
        </p:txBody>
      </p:sp>
      <p:sp>
        <p:nvSpPr>
          <p:cNvPr id="38" name="Shape 2">
            <a:extLst>
              <a:ext uri="{FF2B5EF4-FFF2-40B4-BE49-F238E27FC236}">
                <a16:creationId xmlns:a16="http://schemas.microsoft.com/office/drawing/2014/main" id="{7C6E109E-F92E-E951-5682-243C2ABEC406}"/>
              </a:ext>
            </a:extLst>
          </p:cNvPr>
          <p:cNvSpPr/>
          <p:nvPr userDrawn="1"/>
        </p:nvSpPr>
        <p:spPr>
          <a:xfrm>
            <a:off x="3877755" y="6367704"/>
            <a:ext cx="0" cy="408577"/>
          </a:xfrm>
          <a:prstGeom prst="line">
            <a:avLst/>
          </a:prstGeom>
          <a:noFill/>
          <a:ln w="15240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0" name="Slide Number Placeholder 5">
            <a:extLst>
              <a:ext uri="{FF2B5EF4-FFF2-40B4-BE49-F238E27FC236}">
                <a16:creationId xmlns:a16="http://schemas.microsoft.com/office/drawing/2014/main" id="{F6D8FF40-5CB7-27AA-462D-FD48191181EE}"/>
              </a:ext>
            </a:extLst>
          </p:cNvPr>
          <p:cNvSpPr txBox="1">
            <a:spLocks/>
          </p:cNvSpPr>
          <p:nvPr userDrawn="1"/>
        </p:nvSpPr>
        <p:spPr>
          <a:xfrm>
            <a:off x="11090949" y="6379746"/>
            <a:ext cx="99695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600" b="1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9A9A43B-0806-4FEF-A1FC-1BB4E473C058}" type="slidenum">
              <a:rPr lang="en-IE" smtClean="0"/>
              <a:pPr/>
              <a:t>‹#›</a:t>
            </a:fld>
            <a:endParaRPr lang="en-IE" dirty="0"/>
          </a:p>
        </p:txBody>
      </p:sp>
      <p:sp>
        <p:nvSpPr>
          <p:cNvPr id="42" name="Picture Placeholder 19">
            <a:extLst>
              <a:ext uri="{FF2B5EF4-FFF2-40B4-BE49-F238E27FC236}">
                <a16:creationId xmlns:a16="http://schemas.microsoft.com/office/drawing/2014/main" id="{CCC97EF6-A91D-5AA7-8AF7-D82E1BA3453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331061" y="6386826"/>
            <a:ext cx="1059253" cy="386739"/>
          </a:xfrm>
          <a:prstGeom prst="rect">
            <a:avLst/>
          </a:prstGeom>
        </p:spPr>
        <p:txBody>
          <a:bodyPr/>
          <a:lstStyle/>
          <a:p>
            <a:endParaRPr lang="en-IE"/>
          </a:p>
        </p:txBody>
      </p:sp>
      <p:sp>
        <p:nvSpPr>
          <p:cNvPr id="43" name="Shape 0">
            <a:extLst>
              <a:ext uri="{FF2B5EF4-FFF2-40B4-BE49-F238E27FC236}">
                <a16:creationId xmlns:a16="http://schemas.microsoft.com/office/drawing/2014/main" id="{5C80463E-316B-7D7C-9E23-CD4704EC9946}"/>
              </a:ext>
            </a:extLst>
          </p:cNvPr>
          <p:cNvSpPr/>
          <p:nvPr userDrawn="1"/>
        </p:nvSpPr>
        <p:spPr>
          <a:xfrm>
            <a:off x="49237" y="66822"/>
            <a:ext cx="12041946" cy="6207370"/>
          </a:xfrm>
          <a:prstGeom prst="rect">
            <a:avLst/>
          </a:prstGeom>
          <a:noFill/>
          <a:ln w="10160">
            <a:solidFill>
              <a:schemeClr val="bg1">
                <a:lumMod val="85000"/>
              </a:scheme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4" name="Text Placeholder 8">
            <a:extLst>
              <a:ext uri="{FF2B5EF4-FFF2-40B4-BE49-F238E27FC236}">
                <a16:creationId xmlns:a16="http://schemas.microsoft.com/office/drawing/2014/main" id="{85A6A169-0430-0C75-176B-46BC27E0CFB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0817" y="145413"/>
            <a:ext cx="9924757" cy="386739"/>
          </a:xfrm>
          <a:prstGeom prst="rect">
            <a:avLst/>
          </a:prstGeom>
        </p:spPr>
        <p:txBody>
          <a:bodyPr/>
          <a:lstStyle>
            <a:lvl1pPr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Tittle</a:t>
            </a:r>
            <a:endParaRPr lang="en-IE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B92CE0-806B-2397-BB27-626B39C049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29384" y="6461637"/>
            <a:ext cx="4149965" cy="220709"/>
          </a:xfrm>
          <a:prstGeom prst="rect">
            <a:avLst/>
          </a:prstGeom>
        </p:spPr>
        <p:txBody>
          <a:bodyPr/>
          <a:lstStyle>
            <a:lvl1pPr algn="ctr">
              <a:defRPr lang="en-IE"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en-GB"/>
              <a:t>Light, colour and radiometry</a:t>
            </a:r>
            <a:endParaRPr lang="en-IE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FECCB4-3C4E-E376-E593-9C2F1889C0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4880" y="6361577"/>
            <a:ext cx="1423114" cy="45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857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A01FC6-01C1-44B0-8761-19452AD0E6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LightScreen trans="60000" gridSize="1"/>
                    </a14:imgEffect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10" name="Shape 2">
            <a:extLst>
              <a:ext uri="{FF2B5EF4-FFF2-40B4-BE49-F238E27FC236}">
                <a16:creationId xmlns:a16="http://schemas.microsoft.com/office/drawing/2014/main" id="{717E2425-540C-A85B-22D5-DACCC1D5A2B4}"/>
              </a:ext>
            </a:extLst>
          </p:cNvPr>
          <p:cNvSpPr/>
          <p:nvPr userDrawn="1"/>
        </p:nvSpPr>
        <p:spPr>
          <a:xfrm>
            <a:off x="4483233" y="3330858"/>
            <a:ext cx="3225534" cy="1"/>
          </a:xfrm>
          <a:prstGeom prst="line">
            <a:avLst/>
          </a:prstGeom>
          <a:noFill/>
          <a:ln w="15240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F20F5FD9-7311-0383-F31D-066B5FB06783}"/>
              </a:ext>
            </a:extLst>
          </p:cNvPr>
          <p:cNvSpPr/>
          <p:nvPr userDrawn="1"/>
        </p:nvSpPr>
        <p:spPr>
          <a:xfrm>
            <a:off x="213824" y="2883841"/>
            <a:ext cx="1188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kern="0" spc="110" dirty="0">
                <a:solidFill>
                  <a:srgbClr val="60727E"/>
                </a:solidFill>
              </a:rPr>
              <a:t>COURSE</a:t>
            </a:r>
            <a:endParaRPr lang="en-US" sz="55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0DD80D4D-6651-B6B9-9165-7EFC0560260B}"/>
              </a:ext>
            </a:extLst>
          </p:cNvPr>
          <p:cNvSpPr/>
          <p:nvPr userDrawn="1"/>
        </p:nvSpPr>
        <p:spPr>
          <a:xfrm>
            <a:off x="3843408" y="1374621"/>
            <a:ext cx="4505184" cy="19981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bg1">
                    <a:lumMod val="95000"/>
                  </a:schemeClr>
                </a:solidFill>
              </a:rPr>
              <a:t>Machine Vision Advanced</a:t>
            </a:r>
            <a:endParaRPr lang="en-US" sz="40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596F2C80-78EA-3A66-BE2E-B4D9146B649C}"/>
              </a:ext>
            </a:extLst>
          </p:cNvPr>
          <p:cNvSpPr/>
          <p:nvPr userDrawn="1"/>
        </p:nvSpPr>
        <p:spPr>
          <a:xfrm>
            <a:off x="5081366" y="3551597"/>
            <a:ext cx="2029269" cy="900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E95D9"/>
                </a:solidFill>
              </a:rPr>
              <a:t>MVA-102</a:t>
            </a:r>
            <a:endParaRPr lang="en-US" sz="3600" dirty="0">
              <a:solidFill>
                <a:srgbClr val="4E95D9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DAA409-5A9D-51C5-F51D-9F4D00053E8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80170" y="5802263"/>
            <a:ext cx="2965428" cy="953814"/>
          </a:xfrm>
          <a:prstGeom prst="rect">
            <a:avLst/>
          </a:prstGeom>
        </p:spPr>
      </p:pic>
      <p:sp>
        <p:nvSpPr>
          <p:cNvPr id="8" name="Text 1">
            <a:hlinkClick r:id="rId5"/>
            <a:extLst>
              <a:ext uri="{FF2B5EF4-FFF2-40B4-BE49-F238E27FC236}">
                <a16:creationId xmlns:a16="http://schemas.microsoft.com/office/drawing/2014/main" id="{B0DBC393-9F25-3C1B-2DB9-56DBAADBC2C9}"/>
              </a:ext>
            </a:extLst>
          </p:cNvPr>
          <p:cNvSpPr/>
          <p:nvPr userDrawn="1"/>
        </p:nvSpPr>
        <p:spPr>
          <a:xfrm>
            <a:off x="135748" y="6647320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chemeClr val="bg1">
                    <a:lumMod val="95000"/>
                  </a:schemeClr>
                </a:solidFill>
                <a:uFill>
                  <a:solidFill>
                    <a:srgbClr val="156082"/>
                  </a:solidFill>
                </a:u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machinevisionacademy.org</a:t>
            </a:r>
            <a:endParaRPr lang="en-US" sz="9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8737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E7BB81B1-6ADD-CBC7-5DBA-6E25161FAC9E}"/>
              </a:ext>
            </a:extLst>
          </p:cNvPr>
          <p:cNvSpPr/>
          <p:nvPr userDrawn="1"/>
        </p:nvSpPr>
        <p:spPr>
          <a:xfrm>
            <a:off x="43600" y="66821"/>
            <a:ext cx="1529168" cy="6724357"/>
          </a:xfrm>
          <a:prstGeom prst="rect">
            <a:avLst/>
          </a:prstGeom>
          <a:solidFill>
            <a:srgbClr val="EEF6FA"/>
          </a:solidFill>
          <a:ln w="10160">
            <a:solidFill>
              <a:schemeClr val="bg1">
                <a:lumMod val="85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303CC93C-82D0-AE85-61F1-77581FC0C7AC}"/>
              </a:ext>
            </a:extLst>
          </p:cNvPr>
          <p:cNvSpPr/>
          <p:nvPr userDrawn="1"/>
        </p:nvSpPr>
        <p:spPr>
          <a:xfrm>
            <a:off x="135748" y="1449677"/>
            <a:ext cx="1344872" cy="96012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9525">
            <a:solidFill>
              <a:srgbClr val="AABBC6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717E2425-540C-A85B-22D5-DACCC1D5A2B4}"/>
              </a:ext>
            </a:extLst>
          </p:cNvPr>
          <p:cNvSpPr/>
          <p:nvPr userDrawn="1"/>
        </p:nvSpPr>
        <p:spPr>
          <a:xfrm>
            <a:off x="186392" y="2743531"/>
            <a:ext cx="1243584" cy="1"/>
          </a:xfrm>
          <a:prstGeom prst="line">
            <a:avLst/>
          </a:prstGeom>
          <a:noFill/>
          <a:ln w="15240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37FA76B-05CB-D1A3-663F-721CB32EF1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627" y="242218"/>
            <a:ext cx="1423114" cy="457737"/>
          </a:xfrm>
          <a:prstGeom prst="rect">
            <a:avLst/>
          </a:prstGeom>
        </p:spPr>
      </p:pic>
      <p:sp>
        <p:nvSpPr>
          <p:cNvPr id="13" name="Text 6">
            <a:extLst>
              <a:ext uri="{FF2B5EF4-FFF2-40B4-BE49-F238E27FC236}">
                <a16:creationId xmlns:a16="http://schemas.microsoft.com/office/drawing/2014/main" id="{F20F5FD9-7311-0383-F31D-066B5FB06783}"/>
              </a:ext>
            </a:extLst>
          </p:cNvPr>
          <p:cNvSpPr/>
          <p:nvPr userDrawn="1"/>
        </p:nvSpPr>
        <p:spPr>
          <a:xfrm>
            <a:off x="213824" y="2883841"/>
            <a:ext cx="1188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kern="0" spc="110" dirty="0">
                <a:solidFill>
                  <a:srgbClr val="60727E"/>
                </a:solidFill>
              </a:rPr>
              <a:t>COURSE</a:t>
            </a:r>
            <a:endParaRPr lang="en-US" sz="55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0DD80D4D-6651-B6B9-9165-7EFC0560260B}"/>
              </a:ext>
            </a:extLst>
          </p:cNvPr>
          <p:cNvSpPr/>
          <p:nvPr userDrawn="1"/>
        </p:nvSpPr>
        <p:spPr>
          <a:xfrm>
            <a:off x="168104" y="3125247"/>
            <a:ext cx="12801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33642"/>
                </a:solidFill>
              </a:rPr>
              <a:t>Machine Vision Advanced</a:t>
            </a:r>
            <a:endParaRPr lang="en-US" sz="1050" dirty="0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596F2C80-78EA-3A66-BE2E-B4D9146B649C}"/>
              </a:ext>
            </a:extLst>
          </p:cNvPr>
          <p:cNvSpPr/>
          <p:nvPr userDrawn="1"/>
        </p:nvSpPr>
        <p:spPr>
          <a:xfrm>
            <a:off x="222968" y="3752793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156082"/>
                </a:solidFill>
              </a:rPr>
              <a:t>MVA-102</a:t>
            </a:r>
            <a:endParaRPr lang="en-US" sz="720" dirty="0"/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05189D40-857C-1754-7FE1-E78A5CCA379A}"/>
              </a:ext>
            </a:extLst>
          </p:cNvPr>
          <p:cNvSpPr/>
          <p:nvPr userDrawn="1"/>
        </p:nvSpPr>
        <p:spPr>
          <a:xfrm>
            <a:off x="186392" y="1163191"/>
            <a:ext cx="1243584" cy="1"/>
          </a:xfrm>
          <a:prstGeom prst="line">
            <a:avLst/>
          </a:prstGeom>
          <a:noFill/>
          <a:ln w="15240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" name="Picture Placeholder 19">
            <a:extLst>
              <a:ext uri="{FF2B5EF4-FFF2-40B4-BE49-F238E27FC236}">
                <a16:creationId xmlns:a16="http://schemas.microsoft.com/office/drawing/2014/main" id="{9C3AC72C-8547-5DDA-5830-A3AF3FAED32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85738" y="1527373"/>
            <a:ext cx="1244600" cy="810006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endParaRPr lang="en-IE" dirty="0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09529F6F-BDA2-DE4C-B0C4-8C86F44185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14280" y="2578282"/>
            <a:ext cx="8686336" cy="386739"/>
          </a:xfrm>
          <a:prstGeom prst="rect">
            <a:avLst/>
          </a:prstGeom>
        </p:spPr>
        <p:txBody>
          <a:bodyPr/>
          <a:lstStyle>
            <a:lvl1pPr>
              <a:buNone/>
              <a:defRPr sz="14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A concise sentence introducing the module or learning theme</a:t>
            </a:r>
            <a:endParaRPr lang="en-IE" dirty="0"/>
          </a:p>
        </p:txBody>
      </p:sp>
      <p:sp>
        <p:nvSpPr>
          <p:cNvPr id="16" name="Shape 2">
            <a:extLst>
              <a:ext uri="{FF2B5EF4-FFF2-40B4-BE49-F238E27FC236}">
                <a16:creationId xmlns:a16="http://schemas.microsoft.com/office/drawing/2014/main" id="{BC804777-5862-5446-09EF-722ECA994E74}"/>
              </a:ext>
            </a:extLst>
          </p:cNvPr>
          <p:cNvSpPr/>
          <p:nvPr userDrawn="1"/>
        </p:nvSpPr>
        <p:spPr>
          <a:xfrm>
            <a:off x="1847260" y="3085649"/>
            <a:ext cx="10053356" cy="4427"/>
          </a:xfrm>
          <a:prstGeom prst="line">
            <a:avLst/>
          </a:prstGeom>
          <a:noFill/>
          <a:ln w="1905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9F839F4A-82A9-9D1E-E259-9E440C88B48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13140" y="1527373"/>
            <a:ext cx="817915" cy="565084"/>
          </a:xfrm>
          <a:prstGeom prst="rect">
            <a:avLst/>
          </a:prstGeom>
        </p:spPr>
        <p:txBody>
          <a:bodyPr/>
          <a:lstStyle>
            <a:lvl1pPr>
              <a:buNone/>
              <a:defRPr sz="4000" b="1">
                <a:solidFill>
                  <a:schemeClr val="tx2">
                    <a:lumMod val="25000"/>
                    <a:lumOff val="75000"/>
                  </a:schemeClr>
                </a:solidFill>
                <a:latin typeface="Aptos Slab Black" panose="020F0502020204030204" pitchFamily="34" charset="0"/>
              </a:defRPr>
            </a:lvl1pPr>
          </a:lstStyle>
          <a:p>
            <a:pPr lvl="0"/>
            <a:r>
              <a:rPr lang="en-GB" dirty="0"/>
              <a:t>##</a:t>
            </a:r>
            <a:endParaRPr lang="en-IE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085D94E2-3107-F4BD-D398-B951431619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86331" y="1527373"/>
            <a:ext cx="7877907" cy="576181"/>
          </a:xfrm>
          <a:prstGeom prst="rect">
            <a:avLst/>
          </a:prstGeom>
        </p:spPr>
        <p:txBody>
          <a:bodyPr/>
          <a:lstStyle>
            <a:lvl1pPr algn="l">
              <a:defRPr lang="en-IE" sz="3600" b="1">
                <a:solidFill>
                  <a:schemeClr val="tx2"/>
                </a:solidFill>
              </a:defRPr>
            </a:lvl1pPr>
          </a:lstStyle>
          <a:p>
            <a:pPr marL="228600" indent="-228600" algn="l">
              <a:lnSpc>
                <a:spcPct val="90000"/>
              </a:lnSpc>
              <a:spcBef>
                <a:spcPts val="1000"/>
              </a:spcBef>
            </a:pPr>
            <a:r>
              <a:rPr lang="en-GB"/>
              <a:t>Light, colour and radiometry</a:t>
            </a:r>
            <a:endParaRPr lang="en-IE" dirty="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E9CF9EAB-2CED-4F37-DCD0-3E9539877C40}"/>
              </a:ext>
            </a:extLst>
          </p:cNvPr>
          <p:cNvSpPr/>
          <p:nvPr userDrawn="1"/>
        </p:nvSpPr>
        <p:spPr>
          <a:xfrm>
            <a:off x="134727" y="732771"/>
            <a:ext cx="1368085" cy="145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indent="0" algn="ctr">
              <a:buNone/>
            </a:pPr>
            <a:r>
              <a:rPr lang="en-US" sz="680" u="none" dirty="0">
                <a:solidFill>
                  <a:srgbClr val="156082"/>
                </a:solidFill>
                <a:uFill>
                  <a:solidFill>
                    <a:srgbClr val="156082"/>
                  </a:solidFill>
                </a:uFill>
              </a:rPr>
              <a:t>https://machinevisionacademy.org/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A2ACB0-91BE-2B32-E136-8E9204FD4D03}"/>
              </a:ext>
            </a:extLst>
          </p:cNvPr>
          <p:cNvSpPr txBox="1"/>
          <p:nvPr userDrawn="1"/>
        </p:nvSpPr>
        <p:spPr>
          <a:xfrm>
            <a:off x="1680380" y="6462800"/>
            <a:ext cx="104680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1200" dirty="0">
                <a:solidFill>
                  <a:schemeClr val="bg1">
                    <a:lumMod val="50000"/>
                  </a:schemeClr>
                </a:solidFill>
              </a:rPr>
              <a:t>   </a:t>
            </a:r>
            <a:r>
              <a:rPr lang="en-IE" sz="1200" i="1" dirty="0">
                <a:solidFill>
                  <a:schemeClr val="bg1">
                    <a:lumMod val="50000"/>
                  </a:schemeClr>
                </a:solidFill>
              </a:rPr>
              <a:t>Use the </a:t>
            </a:r>
            <a:r>
              <a:rPr lang="en-IE" sz="1200" b="1" i="1" dirty="0">
                <a:solidFill>
                  <a:schemeClr val="bg1">
                    <a:lumMod val="50000"/>
                  </a:schemeClr>
                </a:solidFill>
              </a:rPr>
              <a:t>Machine Vision Engineering Handbook</a:t>
            </a:r>
            <a:r>
              <a:rPr lang="en-IE" sz="1200" i="1" dirty="0">
                <a:solidFill>
                  <a:schemeClr val="bg1">
                    <a:lumMod val="50000"/>
                  </a:schemeClr>
                </a:solidFill>
              </a:rPr>
              <a:t> at “https://machinevisionacademy.org/handbook/ “   for additional content supporting this presentation.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25ADF550-B655-5F71-FC4F-B1BBF74B6B9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640706" y="3813987"/>
            <a:ext cx="9259910" cy="1098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buFont typeface="Arial" panose="020B0604020202020204" pitchFamily="34" charset="0"/>
              <a:buChar char="•"/>
              <a:defRPr lang="en-IE" sz="1800" dirty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lvl="0"/>
            <a:r>
              <a:rPr lang="en-GB" dirty="0"/>
              <a:t>Topic 1.</a:t>
            </a:r>
          </a:p>
          <a:p>
            <a:pPr marL="0" lvl="0"/>
            <a:r>
              <a:rPr lang="en-GB" dirty="0"/>
              <a:t>Topic 2</a:t>
            </a:r>
          </a:p>
          <a:p>
            <a:pPr marL="0" lvl="0"/>
            <a:endParaRPr lang="en-IE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DD7BA3-0802-34B5-089D-D65C4EF99222}"/>
              </a:ext>
            </a:extLst>
          </p:cNvPr>
          <p:cNvSpPr txBox="1"/>
          <p:nvPr userDrawn="1"/>
        </p:nvSpPr>
        <p:spPr>
          <a:xfrm>
            <a:off x="2484321" y="3398848"/>
            <a:ext cx="9341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b="1" dirty="0">
                <a:solidFill>
                  <a:schemeClr val="bg1">
                    <a:lumMod val="50000"/>
                  </a:schemeClr>
                </a:solidFill>
              </a:rPr>
              <a:t>Content summary:</a:t>
            </a:r>
          </a:p>
        </p:txBody>
      </p:sp>
    </p:spTree>
    <p:extLst>
      <p:ext uri="{BB962C8B-B14F-4D97-AF65-F5344CB8AC3E}">
        <p14:creationId xmlns:p14="http://schemas.microsoft.com/office/powerpoint/2010/main" val="2889069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Pa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E7BB81B1-6ADD-CBC7-5DBA-6E25161FAC9E}"/>
              </a:ext>
            </a:extLst>
          </p:cNvPr>
          <p:cNvSpPr/>
          <p:nvPr userDrawn="1"/>
        </p:nvSpPr>
        <p:spPr>
          <a:xfrm>
            <a:off x="43600" y="66821"/>
            <a:ext cx="1529168" cy="6724357"/>
          </a:xfrm>
          <a:prstGeom prst="rect">
            <a:avLst/>
          </a:prstGeom>
          <a:solidFill>
            <a:srgbClr val="EEF6FA"/>
          </a:solidFill>
          <a:ln w="10160">
            <a:solidFill>
              <a:schemeClr val="bg1">
                <a:lumMod val="85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303CC93C-82D0-AE85-61F1-77581FC0C7AC}"/>
              </a:ext>
            </a:extLst>
          </p:cNvPr>
          <p:cNvSpPr/>
          <p:nvPr userDrawn="1"/>
        </p:nvSpPr>
        <p:spPr>
          <a:xfrm>
            <a:off x="135748" y="1449677"/>
            <a:ext cx="1344872" cy="96012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9525">
            <a:solidFill>
              <a:srgbClr val="AABBC6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717E2425-540C-A85B-22D5-DACCC1D5A2B4}"/>
              </a:ext>
            </a:extLst>
          </p:cNvPr>
          <p:cNvSpPr/>
          <p:nvPr userDrawn="1"/>
        </p:nvSpPr>
        <p:spPr>
          <a:xfrm>
            <a:off x="186392" y="2743531"/>
            <a:ext cx="1243584" cy="1"/>
          </a:xfrm>
          <a:prstGeom prst="line">
            <a:avLst/>
          </a:prstGeom>
          <a:noFill/>
          <a:ln w="15240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37FA76B-05CB-D1A3-663F-721CB32EF1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627" y="242218"/>
            <a:ext cx="1423114" cy="457737"/>
          </a:xfrm>
          <a:prstGeom prst="rect">
            <a:avLst/>
          </a:prstGeom>
        </p:spPr>
      </p:pic>
      <p:sp>
        <p:nvSpPr>
          <p:cNvPr id="13" name="Text 6">
            <a:extLst>
              <a:ext uri="{FF2B5EF4-FFF2-40B4-BE49-F238E27FC236}">
                <a16:creationId xmlns:a16="http://schemas.microsoft.com/office/drawing/2014/main" id="{F20F5FD9-7311-0383-F31D-066B5FB06783}"/>
              </a:ext>
            </a:extLst>
          </p:cNvPr>
          <p:cNvSpPr/>
          <p:nvPr userDrawn="1"/>
        </p:nvSpPr>
        <p:spPr>
          <a:xfrm>
            <a:off x="213824" y="2883841"/>
            <a:ext cx="1188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kern="0" spc="110" dirty="0">
                <a:solidFill>
                  <a:srgbClr val="60727E"/>
                </a:solidFill>
              </a:rPr>
              <a:t>COURSE</a:t>
            </a:r>
            <a:endParaRPr lang="en-US" sz="55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0DD80D4D-6651-B6B9-9165-7EFC0560260B}"/>
              </a:ext>
            </a:extLst>
          </p:cNvPr>
          <p:cNvSpPr/>
          <p:nvPr userDrawn="1"/>
        </p:nvSpPr>
        <p:spPr>
          <a:xfrm>
            <a:off x="168104" y="3125247"/>
            <a:ext cx="12801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33642"/>
                </a:solidFill>
              </a:rPr>
              <a:t>Machine Vision Advanced</a:t>
            </a:r>
            <a:endParaRPr lang="en-US" sz="1050" dirty="0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596F2C80-78EA-3A66-BE2E-B4D9146B649C}"/>
              </a:ext>
            </a:extLst>
          </p:cNvPr>
          <p:cNvSpPr/>
          <p:nvPr userDrawn="1"/>
        </p:nvSpPr>
        <p:spPr>
          <a:xfrm>
            <a:off x="222968" y="3752793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156082"/>
                </a:solidFill>
              </a:rPr>
              <a:t>MVA-102</a:t>
            </a:r>
            <a:endParaRPr lang="en-US" sz="720" dirty="0"/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05189D40-857C-1754-7FE1-E78A5CCA379A}"/>
              </a:ext>
            </a:extLst>
          </p:cNvPr>
          <p:cNvSpPr/>
          <p:nvPr userDrawn="1"/>
        </p:nvSpPr>
        <p:spPr>
          <a:xfrm>
            <a:off x="186392" y="1163191"/>
            <a:ext cx="1243584" cy="1"/>
          </a:xfrm>
          <a:prstGeom prst="line">
            <a:avLst/>
          </a:prstGeom>
          <a:noFill/>
          <a:ln w="15240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C7633B57-A69B-0222-ECC9-7AC1D9D829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9707" y="6368563"/>
            <a:ext cx="99695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rgbClr val="0070C0"/>
                </a:solidFill>
              </a:defRPr>
            </a:lvl1pPr>
          </a:lstStyle>
          <a:p>
            <a:fld id="{C9A9A43B-0806-4FEF-A1FC-1BB4E473C058}" type="slidenum">
              <a:rPr lang="en-IE" smtClean="0"/>
              <a:pPr/>
              <a:t>‹#›</a:t>
            </a:fld>
            <a:endParaRPr lang="en-IE"/>
          </a:p>
        </p:txBody>
      </p:sp>
      <p:sp>
        <p:nvSpPr>
          <p:cNvPr id="5" name="Picture Placeholder 19">
            <a:extLst>
              <a:ext uri="{FF2B5EF4-FFF2-40B4-BE49-F238E27FC236}">
                <a16:creationId xmlns:a16="http://schemas.microsoft.com/office/drawing/2014/main" id="{9C3AC72C-8547-5DDA-5830-A3AF3FAED32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85738" y="1527373"/>
            <a:ext cx="1244600" cy="810006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endParaRPr lang="en-IE" dirty="0"/>
          </a:p>
        </p:txBody>
      </p:sp>
      <p:sp>
        <p:nvSpPr>
          <p:cNvPr id="6" name="Shape 0">
            <a:extLst>
              <a:ext uri="{FF2B5EF4-FFF2-40B4-BE49-F238E27FC236}">
                <a16:creationId xmlns:a16="http://schemas.microsoft.com/office/drawing/2014/main" id="{DD3BDFED-FD1A-4F2E-8880-64C81E88B51B}"/>
              </a:ext>
            </a:extLst>
          </p:cNvPr>
          <p:cNvSpPr/>
          <p:nvPr userDrawn="1"/>
        </p:nvSpPr>
        <p:spPr>
          <a:xfrm>
            <a:off x="1626215" y="66821"/>
            <a:ext cx="10495446" cy="6724357"/>
          </a:xfrm>
          <a:prstGeom prst="rect">
            <a:avLst/>
          </a:prstGeom>
          <a:noFill/>
          <a:ln w="10160">
            <a:solidFill>
              <a:schemeClr val="bg1">
                <a:lumMod val="85000"/>
              </a:scheme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09529F6F-BDA2-DE4C-B0C4-8C86F44185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95157" y="140799"/>
            <a:ext cx="9924757" cy="386739"/>
          </a:xfrm>
          <a:prstGeom prst="rect">
            <a:avLst/>
          </a:prstGeom>
        </p:spPr>
        <p:txBody>
          <a:bodyPr/>
          <a:lstStyle>
            <a:lvl1pPr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Tittle</a:t>
            </a:r>
            <a:endParaRPr lang="en-IE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B79783F4-10B2-6500-1268-9A7CEB745B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305" y="4497481"/>
            <a:ext cx="1491002" cy="365125"/>
          </a:xfrm>
          <a:prstGeom prst="rect">
            <a:avLst/>
          </a:prstGeom>
        </p:spPr>
        <p:txBody>
          <a:bodyPr/>
          <a:lstStyle>
            <a:lvl1pPr marL="0" indent="0" algn="ctr">
              <a:defRPr lang="en-IE"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GB"/>
              <a:t>Light, colour and radiometry</a:t>
            </a:r>
            <a:endParaRPr lang="en-GB" dirty="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CC005439-FB84-51C0-8CF0-105CEC4B4E69}"/>
              </a:ext>
            </a:extLst>
          </p:cNvPr>
          <p:cNvSpPr/>
          <p:nvPr userDrawn="1"/>
        </p:nvSpPr>
        <p:spPr>
          <a:xfrm>
            <a:off x="134727" y="732771"/>
            <a:ext cx="1368085" cy="145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indent="0" algn="ctr">
              <a:buNone/>
            </a:pPr>
            <a:r>
              <a:rPr lang="en-US" sz="680" u="none" dirty="0">
                <a:solidFill>
                  <a:srgbClr val="156082"/>
                </a:solidFill>
                <a:uFill>
                  <a:solidFill>
                    <a:srgbClr val="156082"/>
                  </a:solidFill>
                </a:uFill>
              </a:rPr>
              <a:t>https://machinevisionacademy.org/</a:t>
            </a:r>
          </a:p>
        </p:txBody>
      </p:sp>
    </p:spTree>
    <p:extLst>
      <p:ext uri="{BB962C8B-B14F-4D97-AF65-F5344CB8AC3E}">
        <p14:creationId xmlns:p14="http://schemas.microsoft.com/office/powerpoint/2010/main" val="2643254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ttom-Pa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0">
            <a:extLst>
              <a:ext uri="{FF2B5EF4-FFF2-40B4-BE49-F238E27FC236}">
                <a16:creationId xmlns:a16="http://schemas.microsoft.com/office/drawing/2014/main" id="{279C8ED4-348F-64E7-6DE8-3B220D9E1755}"/>
              </a:ext>
            </a:extLst>
          </p:cNvPr>
          <p:cNvSpPr/>
          <p:nvPr userDrawn="1"/>
        </p:nvSpPr>
        <p:spPr>
          <a:xfrm>
            <a:off x="43600" y="6333441"/>
            <a:ext cx="12044304" cy="457737"/>
          </a:xfrm>
          <a:prstGeom prst="rect">
            <a:avLst/>
          </a:prstGeom>
          <a:solidFill>
            <a:srgbClr val="EEF6FA"/>
          </a:solidFill>
          <a:ln w="10160">
            <a:solidFill>
              <a:schemeClr val="bg1">
                <a:lumMod val="85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21" name="Shape 3">
            <a:extLst>
              <a:ext uri="{FF2B5EF4-FFF2-40B4-BE49-F238E27FC236}">
                <a16:creationId xmlns:a16="http://schemas.microsoft.com/office/drawing/2014/main" id="{CE0BC40A-0094-67A4-156C-F03CDD6B0A9C}"/>
              </a:ext>
            </a:extLst>
          </p:cNvPr>
          <p:cNvSpPr/>
          <p:nvPr userDrawn="1"/>
        </p:nvSpPr>
        <p:spPr>
          <a:xfrm>
            <a:off x="2297259" y="6367704"/>
            <a:ext cx="1100086" cy="401639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9525">
            <a:solidFill>
              <a:srgbClr val="AABBC6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5" name="Shape 2">
            <a:extLst>
              <a:ext uri="{FF2B5EF4-FFF2-40B4-BE49-F238E27FC236}">
                <a16:creationId xmlns:a16="http://schemas.microsoft.com/office/drawing/2014/main" id="{A35EE51E-085A-6475-14D7-E87B7FAA3FB7}"/>
              </a:ext>
            </a:extLst>
          </p:cNvPr>
          <p:cNvSpPr/>
          <p:nvPr userDrawn="1"/>
        </p:nvSpPr>
        <p:spPr>
          <a:xfrm>
            <a:off x="1830905" y="6368096"/>
            <a:ext cx="0" cy="408577"/>
          </a:xfrm>
          <a:prstGeom prst="line">
            <a:avLst/>
          </a:prstGeom>
          <a:noFill/>
          <a:ln w="15240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0" name="Text 6">
            <a:extLst>
              <a:ext uri="{FF2B5EF4-FFF2-40B4-BE49-F238E27FC236}">
                <a16:creationId xmlns:a16="http://schemas.microsoft.com/office/drawing/2014/main" id="{7A8E1D27-5DA4-5EA0-877C-FFE2089464A2}"/>
              </a:ext>
            </a:extLst>
          </p:cNvPr>
          <p:cNvSpPr/>
          <p:nvPr userDrawn="1"/>
        </p:nvSpPr>
        <p:spPr>
          <a:xfrm>
            <a:off x="3986849" y="6421467"/>
            <a:ext cx="594359" cy="1083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kern="0" spc="110" dirty="0">
                <a:solidFill>
                  <a:srgbClr val="60727E"/>
                </a:solidFill>
              </a:rPr>
              <a:t>COURSE</a:t>
            </a:r>
            <a:endParaRPr lang="en-US" sz="550" dirty="0"/>
          </a:p>
        </p:txBody>
      </p:sp>
      <p:sp>
        <p:nvSpPr>
          <p:cNvPr id="32" name="Text 7">
            <a:extLst>
              <a:ext uri="{FF2B5EF4-FFF2-40B4-BE49-F238E27FC236}">
                <a16:creationId xmlns:a16="http://schemas.microsoft.com/office/drawing/2014/main" id="{EBF91022-9891-E1B4-57C1-F451CCFF9D70}"/>
              </a:ext>
            </a:extLst>
          </p:cNvPr>
          <p:cNvSpPr/>
          <p:nvPr userDrawn="1"/>
        </p:nvSpPr>
        <p:spPr>
          <a:xfrm>
            <a:off x="4808339" y="6397716"/>
            <a:ext cx="12801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33642"/>
                </a:solidFill>
              </a:rPr>
              <a:t>Machine Vision Advanced</a:t>
            </a:r>
            <a:endParaRPr lang="en-US" sz="1050" dirty="0"/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12174D66-713E-058D-58B6-1786A6704D3A}"/>
              </a:ext>
            </a:extLst>
          </p:cNvPr>
          <p:cNvSpPr/>
          <p:nvPr userDrawn="1"/>
        </p:nvSpPr>
        <p:spPr>
          <a:xfrm>
            <a:off x="3890076" y="6562360"/>
            <a:ext cx="787903" cy="1540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156082"/>
                </a:solidFill>
              </a:rPr>
              <a:t>MVA-102</a:t>
            </a:r>
            <a:endParaRPr lang="en-US" sz="720" dirty="0"/>
          </a:p>
        </p:txBody>
      </p:sp>
      <p:sp>
        <p:nvSpPr>
          <p:cNvPr id="38" name="Shape 2">
            <a:extLst>
              <a:ext uri="{FF2B5EF4-FFF2-40B4-BE49-F238E27FC236}">
                <a16:creationId xmlns:a16="http://schemas.microsoft.com/office/drawing/2014/main" id="{7C6E109E-F92E-E951-5682-243C2ABEC406}"/>
              </a:ext>
            </a:extLst>
          </p:cNvPr>
          <p:cNvSpPr/>
          <p:nvPr userDrawn="1"/>
        </p:nvSpPr>
        <p:spPr>
          <a:xfrm>
            <a:off x="3877755" y="6367704"/>
            <a:ext cx="0" cy="408577"/>
          </a:xfrm>
          <a:prstGeom prst="line">
            <a:avLst/>
          </a:prstGeom>
          <a:noFill/>
          <a:ln w="15240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0" name="Slide Number Placeholder 5">
            <a:extLst>
              <a:ext uri="{FF2B5EF4-FFF2-40B4-BE49-F238E27FC236}">
                <a16:creationId xmlns:a16="http://schemas.microsoft.com/office/drawing/2014/main" id="{F6D8FF40-5CB7-27AA-462D-FD48191181EE}"/>
              </a:ext>
            </a:extLst>
          </p:cNvPr>
          <p:cNvSpPr txBox="1">
            <a:spLocks/>
          </p:cNvSpPr>
          <p:nvPr userDrawn="1"/>
        </p:nvSpPr>
        <p:spPr>
          <a:xfrm>
            <a:off x="11090949" y="6379746"/>
            <a:ext cx="99695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600" b="1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9A9A43B-0806-4FEF-A1FC-1BB4E473C058}" type="slidenum">
              <a:rPr lang="en-IE" smtClean="0"/>
              <a:pPr/>
              <a:t>‹#›</a:t>
            </a:fld>
            <a:endParaRPr lang="en-IE" dirty="0"/>
          </a:p>
        </p:txBody>
      </p:sp>
      <p:sp>
        <p:nvSpPr>
          <p:cNvPr id="42" name="Picture Placeholder 19">
            <a:extLst>
              <a:ext uri="{FF2B5EF4-FFF2-40B4-BE49-F238E27FC236}">
                <a16:creationId xmlns:a16="http://schemas.microsoft.com/office/drawing/2014/main" id="{CCC97EF6-A91D-5AA7-8AF7-D82E1BA3453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331061" y="6386826"/>
            <a:ext cx="1059253" cy="386739"/>
          </a:xfrm>
          <a:prstGeom prst="rect">
            <a:avLst/>
          </a:prstGeom>
        </p:spPr>
        <p:txBody>
          <a:bodyPr/>
          <a:lstStyle/>
          <a:p>
            <a:endParaRPr lang="en-IE"/>
          </a:p>
        </p:txBody>
      </p:sp>
      <p:sp>
        <p:nvSpPr>
          <p:cNvPr id="43" name="Shape 0">
            <a:extLst>
              <a:ext uri="{FF2B5EF4-FFF2-40B4-BE49-F238E27FC236}">
                <a16:creationId xmlns:a16="http://schemas.microsoft.com/office/drawing/2014/main" id="{5C80463E-316B-7D7C-9E23-CD4704EC9946}"/>
              </a:ext>
            </a:extLst>
          </p:cNvPr>
          <p:cNvSpPr/>
          <p:nvPr userDrawn="1"/>
        </p:nvSpPr>
        <p:spPr>
          <a:xfrm>
            <a:off x="49237" y="66822"/>
            <a:ext cx="12041946" cy="6207370"/>
          </a:xfrm>
          <a:prstGeom prst="rect">
            <a:avLst/>
          </a:prstGeom>
          <a:noFill/>
          <a:ln w="10160">
            <a:solidFill>
              <a:schemeClr val="bg1">
                <a:lumMod val="85000"/>
              </a:scheme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4" name="Text Placeholder 8">
            <a:extLst>
              <a:ext uri="{FF2B5EF4-FFF2-40B4-BE49-F238E27FC236}">
                <a16:creationId xmlns:a16="http://schemas.microsoft.com/office/drawing/2014/main" id="{85A6A169-0430-0C75-176B-46BC27E0CFB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0817" y="145413"/>
            <a:ext cx="9924757" cy="386739"/>
          </a:xfrm>
          <a:prstGeom prst="rect">
            <a:avLst/>
          </a:prstGeom>
        </p:spPr>
        <p:txBody>
          <a:bodyPr/>
          <a:lstStyle>
            <a:lvl1pPr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Tittle</a:t>
            </a:r>
            <a:endParaRPr lang="en-IE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B92CE0-806B-2397-BB27-626B39C049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29384" y="6461637"/>
            <a:ext cx="4149965" cy="220709"/>
          </a:xfrm>
          <a:prstGeom prst="rect">
            <a:avLst/>
          </a:prstGeom>
        </p:spPr>
        <p:txBody>
          <a:bodyPr/>
          <a:lstStyle>
            <a:lvl1pPr algn="ctr">
              <a:defRPr lang="en-IE"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en-GB"/>
              <a:t>Light, colour and radiometry</a:t>
            </a:r>
            <a:endParaRPr lang="en-IE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B9C67C-1211-3887-553D-670F9B6F92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4880" y="6361577"/>
            <a:ext cx="1423114" cy="45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182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A01FC6-01C1-44B0-8761-19452AD0E6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LightScreen trans="60000" gridSize="1"/>
                    </a14:imgEffect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10" name="Shape 2">
            <a:extLst>
              <a:ext uri="{FF2B5EF4-FFF2-40B4-BE49-F238E27FC236}">
                <a16:creationId xmlns:a16="http://schemas.microsoft.com/office/drawing/2014/main" id="{717E2425-540C-A85B-22D5-DACCC1D5A2B4}"/>
              </a:ext>
            </a:extLst>
          </p:cNvPr>
          <p:cNvSpPr/>
          <p:nvPr userDrawn="1"/>
        </p:nvSpPr>
        <p:spPr>
          <a:xfrm>
            <a:off x="4483233" y="3330858"/>
            <a:ext cx="3225534" cy="1"/>
          </a:xfrm>
          <a:prstGeom prst="line">
            <a:avLst/>
          </a:prstGeom>
          <a:noFill/>
          <a:ln w="15240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F20F5FD9-7311-0383-F31D-066B5FB06783}"/>
              </a:ext>
            </a:extLst>
          </p:cNvPr>
          <p:cNvSpPr/>
          <p:nvPr userDrawn="1"/>
        </p:nvSpPr>
        <p:spPr>
          <a:xfrm>
            <a:off x="213824" y="2883841"/>
            <a:ext cx="1188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kern="0" spc="110" dirty="0">
                <a:solidFill>
                  <a:srgbClr val="60727E"/>
                </a:solidFill>
              </a:rPr>
              <a:t>COURSE</a:t>
            </a:r>
            <a:endParaRPr lang="en-US" sz="55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0DD80D4D-6651-B6B9-9165-7EFC0560260B}"/>
              </a:ext>
            </a:extLst>
          </p:cNvPr>
          <p:cNvSpPr/>
          <p:nvPr userDrawn="1"/>
        </p:nvSpPr>
        <p:spPr>
          <a:xfrm>
            <a:off x="3843408" y="1374621"/>
            <a:ext cx="4505184" cy="19981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bg1">
                    <a:lumMod val="95000"/>
                  </a:schemeClr>
                </a:solidFill>
              </a:rPr>
              <a:t>Machine Vision 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chemeClr val="bg1">
                    <a:lumMod val="95000"/>
                  </a:schemeClr>
                </a:solidFill>
              </a:rPr>
              <a:t>A.I.</a:t>
            </a:r>
            <a:endParaRPr lang="en-US" sz="40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596F2C80-78EA-3A66-BE2E-B4D9146B649C}"/>
              </a:ext>
            </a:extLst>
          </p:cNvPr>
          <p:cNvSpPr/>
          <p:nvPr userDrawn="1"/>
        </p:nvSpPr>
        <p:spPr>
          <a:xfrm>
            <a:off x="5081366" y="3551597"/>
            <a:ext cx="2029269" cy="900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E95D9"/>
                </a:solidFill>
              </a:rPr>
              <a:t>MVA-201</a:t>
            </a:r>
            <a:endParaRPr lang="en-US" sz="3600" dirty="0">
              <a:solidFill>
                <a:srgbClr val="4E95D9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DAA409-5A9D-51C5-F51D-9F4D00053E8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80170" y="5802263"/>
            <a:ext cx="2965428" cy="953814"/>
          </a:xfrm>
          <a:prstGeom prst="rect">
            <a:avLst/>
          </a:prstGeom>
        </p:spPr>
      </p:pic>
      <p:sp>
        <p:nvSpPr>
          <p:cNvPr id="8" name="Text 1">
            <a:hlinkClick r:id="rId5"/>
            <a:extLst>
              <a:ext uri="{FF2B5EF4-FFF2-40B4-BE49-F238E27FC236}">
                <a16:creationId xmlns:a16="http://schemas.microsoft.com/office/drawing/2014/main" id="{B0DBC393-9F25-3C1B-2DB9-56DBAADBC2C9}"/>
              </a:ext>
            </a:extLst>
          </p:cNvPr>
          <p:cNvSpPr/>
          <p:nvPr userDrawn="1"/>
        </p:nvSpPr>
        <p:spPr>
          <a:xfrm>
            <a:off x="135748" y="6647320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chemeClr val="bg1">
                    <a:lumMod val="95000"/>
                  </a:schemeClr>
                </a:solidFill>
                <a:uFill>
                  <a:solidFill>
                    <a:srgbClr val="156082"/>
                  </a:solidFill>
                </a:u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machinevisionacademy.org</a:t>
            </a:r>
            <a:endParaRPr lang="en-US" sz="9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2427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E7BB81B1-6ADD-CBC7-5DBA-6E25161FAC9E}"/>
              </a:ext>
            </a:extLst>
          </p:cNvPr>
          <p:cNvSpPr/>
          <p:nvPr userDrawn="1"/>
        </p:nvSpPr>
        <p:spPr>
          <a:xfrm>
            <a:off x="43600" y="66821"/>
            <a:ext cx="1529168" cy="6724357"/>
          </a:xfrm>
          <a:prstGeom prst="rect">
            <a:avLst/>
          </a:prstGeom>
          <a:solidFill>
            <a:srgbClr val="EEF6FA"/>
          </a:solidFill>
          <a:ln w="10160">
            <a:solidFill>
              <a:schemeClr val="bg1">
                <a:lumMod val="85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303CC93C-82D0-AE85-61F1-77581FC0C7AC}"/>
              </a:ext>
            </a:extLst>
          </p:cNvPr>
          <p:cNvSpPr/>
          <p:nvPr userDrawn="1"/>
        </p:nvSpPr>
        <p:spPr>
          <a:xfrm>
            <a:off x="135748" y="1449677"/>
            <a:ext cx="1344872" cy="96012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9525">
            <a:solidFill>
              <a:srgbClr val="AABBC6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717E2425-540C-A85B-22D5-DACCC1D5A2B4}"/>
              </a:ext>
            </a:extLst>
          </p:cNvPr>
          <p:cNvSpPr/>
          <p:nvPr userDrawn="1"/>
        </p:nvSpPr>
        <p:spPr>
          <a:xfrm>
            <a:off x="186392" y="2743531"/>
            <a:ext cx="1243584" cy="1"/>
          </a:xfrm>
          <a:prstGeom prst="line">
            <a:avLst/>
          </a:prstGeom>
          <a:noFill/>
          <a:ln w="15240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37FA76B-05CB-D1A3-663F-721CB32EF1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627" y="242218"/>
            <a:ext cx="1423114" cy="457737"/>
          </a:xfrm>
          <a:prstGeom prst="rect">
            <a:avLst/>
          </a:prstGeom>
        </p:spPr>
      </p:pic>
      <p:sp>
        <p:nvSpPr>
          <p:cNvPr id="13" name="Text 6">
            <a:extLst>
              <a:ext uri="{FF2B5EF4-FFF2-40B4-BE49-F238E27FC236}">
                <a16:creationId xmlns:a16="http://schemas.microsoft.com/office/drawing/2014/main" id="{F20F5FD9-7311-0383-F31D-066B5FB06783}"/>
              </a:ext>
            </a:extLst>
          </p:cNvPr>
          <p:cNvSpPr/>
          <p:nvPr userDrawn="1"/>
        </p:nvSpPr>
        <p:spPr>
          <a:xfrm>
            <a:off x="213824" y="2883841"/>
            <a:ext cx="1188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kern="0" spc="110" dirty="0">
                <a:solidFill>
                  <a:srgbClr val="60727E"/>
                </a:solidFill>
              </a:rPr>
              <a:t>COURSE</a:t>
            </a:r>
            <a:endParaRPr lang="en-US" sz="55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0DD80D4D-6651-B6B9-9165-7EFC0560260B}"/>
              </a:ext>
            </a:extLst>
          </p:cNvPr>
          <p:cNvSpPr/>
          <p:nvPr userDrawn="1"/>
        </p:nvSpPr>
        <p:spPr>
          <a:xfrm>
            <a:off x="168104" y="3125247"/>
            <a:ext cx="12801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33642"/>
                </a:solidFill>
              </a:rPr>
              <a:t>Machine Vision </a:t>
            </a:r>
          </a:p>
          <a:p>
            <a:pPr marL="0" indent="0" algn="ctr">
              <a:buNone/>
            </a:pPr>
            <a:r>
              <a:rPr lang="en-US" sz="1050" b="1" dirty="0">
                <a:solidFill>
                  <a:srgbClr val="233642"/>
                </a:solidFill>
              </a:rPr>
              <a:t>A.I.</a:t>
            </a:r>
            <a:endParaRPr lang="en-US" sz="1050" dirty="0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596F2C80-78EA-3A66-BE2E-B4D9146B649C}"/>
              </a:ext>
            </a:extLst>
          </p:cNvPr>
          <p:cNvSpPr/>
          <p:nvPr userDrawn="1"/>
        </p:nvSpPr>
        <p:spPr>
          <a:xfrm>
            <a:off x="222968" y="3752793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156082"/>
                </a:solidFill>
              </a:rPr>
              <a:t>MVA-201</a:t>
            </a:r>
            <a:endParaRPr lang="en-US" sz="720" dirty="0"/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05189D40-857C-1754-7FE1-E78A5CCA379A}"/>
              </a:ext>
            </a:extLst>
          </p:cNvPr>
          <p:cNvSpPr/>
          <p:nvPr userDrawn="1"/>
        </p:nvSpPr>
        <p:spPr>
          <a:xfrm>
            <a:off x="186392" y="1163191"/>
            <a:ext cx="1243584" cy="1"/>
          </a:xfrm>
          <a:prstGeom prst="line">
            <a:avLst/>
          </a:prstGeom>
          <a:noFill/>
          <a:ln w="15240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" name="Picture Placeholder 19">
            <a:extLst>
              <a:ext uri="{FF2B5EF4-FFF2-40B4-BE49-F238E27FC236}">
                <a16:creationId xmlns:a16="http://schemas.microsoft.com/office/drawing/2014/main" id="{9C3AC72C-8547-5DDA-5830-A3AF3FAED32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85738" y="1527373"/>
            <a:ext cx="1244600" cy="810006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endParaRPr lang="en-IE" dirty="0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09529F6F-BDA2-DE4C-B0C4-8C86F44185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14280" y="2608201"/>
            <a:ext cx="8686336" cy="386739"/>
          </a:xfrm>
          <a:prstGeom prst="rect">
            <a:avLst/>
          </a:prstGeom>
        </p:spPr>
        <p:txBody>
          <a:bodyPr/>
          <a:lstStyle>
            <a:lvl1pPr>
              <a:buNone/>
              <a:defRPr sz="14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A concise sentence introducing the module or learning theme</a:t>
            </a:r>
            <a:endParaRPr lang="en-IE" dirty="0"/>
          </a:p>
        </p:txBody>
      </p:sp>
      <p:sp>
        <p:nvSpPr>
          <p:cNvPr id="16" name="Shape 2">
            <a:extLst>
              <a:ext uri="{FF2B5EF4-FFF2-40B4-BE49-F238E27FC236}">
                <a16:creationId xmlns:a16="http://schemas.microsoft.com/office/drawing/2014/main" id="{BC804777-5862-5446-09EF-722ECA994E74}"/>
              </a:ext>
            </a:extLst>
          </p:cNvPr>
          <p:cNvSpPr/>
          <p:nvPr userDrawn="1"/>
        </p:nvSpPr>
        <p:spPr>
          <a:xfrm>
            <a:off x="1847260" y="3085649"/>
            <a:ext cx="10053356" cy="4427"/>
          </a:xfrm>
          <a:prstGeom prst="line">
            <a:avLst/>
          </a:prstGeom>
          <a:noFill/>
          <a:ln w="1905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9F839F4A-82A9-9D1E-E259-9E440C88B48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13140" y="1527373"/>
            <a:ext cx="817915" cy="565084"/>
          </a:xfrm>
          <a:prstGeom prst="rect">
            <a:avLst/>
          </a:prstGeom>
        </p:spPr>
        <p:txBody>
          <a:bodyPr/>
          <a:lstStyle>
            <a:lvl1pPr>
              <a:buNone/>
              <a:defRPr sz="4000" b="1">
                <a:solidFill>
                  <a:schemeClr val="tx2">
                    <a:lumMod val="25000"/>
                    <a:lumOff val="75000"/>
                  </a:schemeClr>
                </a:solidFill>
                <a:latin typeface="Aptos Slab Black" panose="020F0502020204030204" pitchFamily="34" charset="0"/>
              </a:defRPr>
            </a:lvl1pPr>
          </a:lstStyle>
          <a:p>
            <a:pPr lvl="0"/>
            <a:r>
              <a:rPr lang="en-GB" dirty="0"/>
              <a:t>##</a:t>
            </a:r>
            <a:endParaRPr lang="en-IE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7F04F9B6-2EA5-2ED5-4370-6BF06595BC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86331" y="1527373"/>
            <a:ext cx="7877907" cy="576181"/>
          </a:xfrm>
          <a:prstGeom prst="rect">
            <a:avLst/>
          </a:prstGeom>
        </p:spPr>
        <p:txBody>
          <a:bodyPr/>
          <a:lstStyle>
            <a:lvl1pPr algn="l">
              <a:defRPr lang="en-IE" sz="3600" b="1">
                <a:solidFill>
                  <a:schemeClr val="tx2"/>
                </a:solidFill>
              </a:defRPr>
            </a:lvl1pPr>
          </a:lstStyle>
          <a:p>
            <a:pPr marL="228600" indent="-228600" algn="l">
              <a:lnSpc>
                <a:spcPct val="90000"/>
              </a:lnSpc>
              <a:spcBef>
                <a:spcPts val="1000"/>
              </a:spcBef>
            </a:pPr>
            <a:r>
              <a:rPr lang="en-GB"/>
              <a:t>Light, colour and radiometry</a:t>
            </a:r>
            <a:endParaRPr lang="en-IE" dirty="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981A7210-8B20-AEE9-84F6-AFD3CB90A472}"/>
              </a:ext>
            </a:extLst>
          </p:cNvPr>
          <p:cNvSpPr/>
          <p:nvPr userDrawn="1"/>
        </p:nvSpPr>
        <p:spPr>
          <a:xfrm>
            <a:off x="134727" y="732771"/>
            <a:ext cx="1368085" cy="145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indent="0" algn="ctr">
              <a:buNone/>
            </a:pPr>
            <a:r>
              <a:rPr lang="en-US" sz="680" u="none" dirty="0">
                <a:solidFill>
                  <a:srgbClr val="156082"/>
                </a:solidFill>
                <a:uFill>
                  <a:solidFill>
                    <a:srgbClr val="156082"/>
                  </a:solidFill>
                </a:uFill>
              </a:rPr>
              <a:t>https://machinevisionacademy.org/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DB77B1-DF27-0302-660F-503B63DE7A07}"/>
              </a:ext>
            </a:extLst>
          </p:cNvPr>
          <p:cNvSpPr txBox="1"/>
          <p:nvPr userDrawn="1"/>
        </p:nvSpPr>
        <p:spPr>
          <a:xfrm>
            <a:off x="1680380" y="6462800"/>
            <a:ext cx="104680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1200" dirty="0">
                <a:solidFill>
                  <a:schemeClr val="bg1">
                    <a:lumMod val="50000"/>
                  </a:schemeClr>
                </a:solidFill>
              </a:rPr>
              <a:t>   </a:t>
            </a:r>
            <a:r>
              <a:rPr lang="en-IE" sz="1200" i="1" dirty="0">
                <a:solidFill>
                  <a:schemeClr val="bg1">
                    <a:lumMod val="50000"/>
                  </a:schemeClr>
                </a:solidFill>
              </a:rPr>
              <a:t>Use the </a:t>
            </a:r>
            <a:r>
              <a:rPr lang="en-IE" sz="1200" b="1" i="1" dirty="0">
                <a:solidFill>
                  <a:schemeClr val="bg1">
                    <a:lumMod val="50000"/>
                  </a:schemeClr>
                </a:solidFill>
              </a:rPr>
              <a:t>Machine Vision Engineering Handbook</a:t>
            </a:r>
            <a:r>
              <a:rPr lang="en-IE" sz="1200" i="1" dirty="0">
                <a:solidFill>
                  <a:schemeClr val="bg1">
                    <a:lumMod val="50000"/>
                  </a:schemeClr>
                </a:solidFill>
              </a:rPr>
              <a:t> at “https://machinevisionacademy.org/handbook/ “   for additional content supporting this presentation.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3855D152-17F6-356A-9CDA-7F4DC6A0E6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640706" y="3813987"/>
            <a:ext cx="9259910" cy="1098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buFont typeface="Arial" panose="020B0604020202020204" pitchFamily="34" charset="0"/>
              <a:buChar char="•"/>
              <a:defRPr lang="en-IE" sz="1800" dirty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lvl="0"/>
            <a:r>
              <a:rPr lang="en-GB" dirty="0"/>
              <a:t>Topic 1.</a:t>
            </a:r>
          </a:p>
          <a:p>
            <a:pPr marL="0" lvl="0"/>
            <a:r>
              <a:rPr lang="en-GB" dirty="0"/>
              <a:t>Topic 2</a:t>
            </a:r>
          </a:p>
          <a:p>
            <a:pPr marL="0" lvl="0"/>
            <a:endParaRPr lang="en-IE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87401E8-9F37-3CCC-B86F-F7CC52BFF607}"/>
              </a:ext>
            </a:extLst>
          </p:cNvPr>
          <p:cNvSpPr txBox="1"/>
          <p:nvPr userDrawn="1"/>
        </p:nvSpPr>
        <p:spPr>
          <a:xfrm>
            <a:off x="2484321" y="3398848"/>
            <a:ext cx="9341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b="1" dirty="0">
                <a:solidFill>
                  <a:schemeClr val="bg1">
                    <a:lumMod val="50000"/>
                  </a:schemeClr>
                </a:solidFill>
              </a:rPr>
              <a:t>Content summary:</a:t>
            </a:r>
          </a:p>
        </p:txBody>
      </p:sp>
    </p:spTree>
    <p:extLst>
      <p:ext uri="{BB962C8B-B14F-4D97-AF65-F5344CB8AC3E}">
        <p14:creationId xmlns:p14="http://schemas.microsoft.com/office/powerpoint/2010/main" val="4021704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Pa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E7BB81B1-6ADD-CBC7-5DBA-6E25161FAC9E}"/>
              </a:ext>
            </a:extLst>
          </p:cNvPr>
          <p:cNvSpPr/>
          <p:nvPr userDrawn="1"/>
        </p:nvSpPr>
        <p:spPr>
          <a:xfrm>
            <a:off x="43600" y="66821"/>
            <a:ext cx="1529168" cy="6724357"/>
          </a:xfrm>
          <a:prstGeom prst="rect">
            <a:avLst/>
          </a:prstGeom>
          <a:solidFill>
            <a:srgbClr val="EEF6FA"/>
          </a:solidFill>
          <a:ln w="10160">
            <a:solidFill>
              <a:schemeClr val="bg1">
                <a:lumMod val="85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303CC93C-82D0-AE85-61F1-77581FC0C7AC}"/>
              </a:ext>
            </a:extLst>
          </p:cNvPr>
          <p:cNvSpPr/>
          <p:nvPr userDrawn="1"/>
        </p:nvSpPr>
        <p:spPr>
          <a:xfrm>
            <a:off x="135748" y="1449677"/>
            <a:ext cx="1344872" cy="96012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9525">
            <a:solidFill>
              <a:srgbClr val="AABBC6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717E2425-540C-A85B-22D5-DACCC1D5A2B4}"/>
              </a:ext>
            </a:extLst>
          </p:cNvPr>
          <p:cNvSpPr/>
          <p:nvPr userDrawn="1"/>
        </p:nvSpPr>
        <p:spPr>
          <a:xfrm>
            <a:off x="186392" y="2743531"/>
            <a:ext cx="1243584" cy="1"/>
          </a:xfrm>
          <a:prstGeom prst="line">
            <a:avLst/>
          </a:prstGeom>
          <a:noFill/>
          <a:ln w="15240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37FA76B-05CB-D1A3-663F-721CB32EF1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627" y="242218"/>
            <a:ext cx="1423114" cy="457737"/>
          </a:xfrm>
          <a:prstGeom prst="rect">
            <a:avLst/>
          </a:prstGeom>
        </p:spPr>
      </p:pic>
      <p:sp>
        <p:nvSpPr>
          <p:cNvPr id="13" name="Text 6">
            <a:extLst>
              <a:ext uri="{FF2B5EF4-FFF2-40B4-BE49-F238E27FC236}">
                <a16:creationId xmlns:a16="http://schemas.microsoft.com/office/drawing/2014/main" id="{F20F5FD9-7311-0383-F31D-066B5FB06783}"/>
              </a:ext>
            </a:extLst>
          </p:cNvPr>
          <p:cNvSpPr/>
          <p:nvPr userDrawn="1"/>
        </p:nvSpPr>
        <p:spPr>
          <a:xfrm>
            <a:off x="213824" y="2883841"/>
            <a:ext cx="1188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kern="0" spc="110" dirty="0">
                <a:solidFill>
                  <a:srgbClr val="60727E"/>
                </a:solidFill>
              </a:rPr>
              <a:t>COURSE</a:t>
            </a:r>
            <a:endParaRPr lang="en-US" sz="55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0DD80D4D-6651-B6B9-9165-7EFC0560260B}"/>
              </a:ext>
            </a:extLst>
          </p:cNvPr>
          <p:cNvSpPr/>
          <p:nvPr userDrawn="1"/>
        </p:nvSpPr>
        <p:spPr>
          <a:xfrm>
            <a:off x="168104" y="3125247"/>
            <a:ext cx="12801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33642"/>
                </a:solidFill>
              </a:rPr>
              <a:t>Machine Vision </a:t>
            </a:r>
          </a:p>
          <a:p>
            <a:pPr marL="0" indent="0" algn="ctr">
              <a:buNone/>
            </a:pPr>
            <a:r>
              <a:rPr lang="en-US" sz="1050" b="1" dirty="0">
                <a:solidFill>
                  <a:srgbClr val="233642"/>
                </a:solidFill>
              </a:rPr>
              <a:t>A.I.</a:t>
            </a:r>
            <a:endParaRPr lang="en-US" sz="1050" dirty="0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596F2C80-78EA-3A66-BE2E-B4D9146B649C}"/>
              </a:ext>
            </a:extLst>
          </p:cNvPr>
          <p:cNvSpPr/>
          <p:nvPr userDrawn="1"/>
        </p:nvSpPr>
        <p:spPr>
          <a:xfrm>
            <a:off x="222968" y="3752793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156082"/>
                </a:solidFill>
              </a:rPr>
              <a:t>MVA-201</a:t>
            </a:r>
            <a:endParaRPr lang="en-US" sz="720" dirty="0"/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05189D40-857C-1754-7FE1-E78A5CCA379A}"/>
              </a:ext>
            </a:extLst>
          </p:cNvPr>
          <p:cNvSpPr/>
          <p:nvPr userDrawn="1"/>
        </p:nvSpPr>
        <p:spPr>
          <a:xfrm>
            <a:off x="186392" y="1163191"/>
            <a:ext cx="1243584" cy="1"/>
          </a:xfrm>
          <a:prstGeom prst="line">
            <a:avLst/>
          </a:prstGeom>
          <a:noFill/>
          <a:ln w="15240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C7633B57-A69B-0222-ECC9-7AC1D9D829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9707" y="6368563"/>
            <a:ext cx="99695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rgbClr val="0070C0"/>
                </a:solidFill>
              </a:defRPr>
            </a:lvl1pPr>
          </a:lstStyle>
          <a:p>
            <a:fld id="{C9A9A43B-0806-4FEF-A1FC-1BB4E473C058}" type="slidenum">
              <a:rPr lang="en-IE" smtClean="0"/>
              <a:pPr/>
              <a:t>‹#›</a:t>
            </a:fld>
            <a:endParaRPr lang="en-IE"/>
          </a:p>
        </p:txBody>
      </p:sp>
      <p:sp>
        <p:nvSpPr>
          <p:cNvPr id="5" name="Picture Placeholder 19">
            <a:extLst>
              <a:ext uri="{FF2B5EF4-FFF2-40B4-BE49-F238E27FC236}">
                <a16:creationId xmlns:a16="http://schemas.microsoft.com/office/drawing/2014/main" id="{9C3AC72C-8547-5DDA-5830-A3AF3FAED32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85738" y="1527373"/>
            <a:ext cx="1244600" cy="810006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endParaRPr lang="en-IE" dirty="0"/>
          </a:p>
        </p:txBody>
      </p:sp>
      <p:sp>
        <p:nvSpPr>
          <p:cNvPr id="6" name="Shape 0">
            <a:extLst>
              <a:ext uri="{FF2B5EF4-FFF2-40B4-BE49-F238E27FC236}">
                <a16:creationId xmlns:a16="http://schemas.microsoft.com/office/drawing/2014/main" id="{DD3BDFED-FD1A-4F2E-8880-64C81E88B51B}"/>
              </a:ext>
            </a:extLst>
          </p:cNvPr>
          <p:cNvSpPr/>
          <p:nvPr userDrawn="1"/>
        </p:nvSpPr>
        <p:spPr>
          <a:xfrm>
            <a:off x="1626215" y="66821"/>
            <a:ext cx="10495446" cy="6724357"/>
          </a:xfrm>
          <a:prstGeom prst="rect">
            <a:avLst/>
          </a:prstGeom>
          <a:noFill/>
          <a:ln w="10160">
            <a:solidFill>
              <a:schemeClr val="bg1">
                <a:lumMod val="85000"/>
              </a:scheme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09529F6F-BDA2-DE4C-B0C4-8C86F44185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95157" y="140799"/>
            <a:ext cx="9924757" cy="386739"/>
          </a:xfrm>
          <a:prstGeom prst="rect">
            <a:avLst/>
          </a:prstGeom>
        </p:spPr>
        <p:txBody>
          <a:bodyPr/>
          <a:lstStyle>
            <a:lvl1pPr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Tittle</a:t>
            </a:r>
            <a:endParaRPr lang="en-IE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F251839-B7D1-3024-A328-110463D76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305" y="4497481"/>
            <a:ext cx="1491002" cy="365125"/>
          </a:xfrm>
          <a:prstGeom prst="rect">
            <a:avLst/>
          </a:prstGeom>
        </p:spPr>
        <p:txBody>
          <a:bodyPr/>
          <a:lstStyle>
            <a:lvl1pPr marL="0" indent="0" algn="ctr">
              <a:defRPr lang="en-IE"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GB"/>
              <a:t>Light, colour and radiometry</a:t>
            </a:r>
            <a:endParaRPr lang="en-GB" dirty="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D85E7C2E-9E63-C51B-F354-2FDF91AE0151}"/>
              </a:ext>
            </a:extLst>
          </p:cNvPr>
          <p:cNvSpPr/>
          <p:nvPr userDrawn="1"/>
        </p:nvSpPr>
        <p:spPr>
          <a:xfrm>
            <a:off x="134727" y="732771"/>
            <a:ext cx="1368085" cy="145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indent="0" algn="ctr">
              <a:buNone/>
            </a:pPr>
            <a:r>
              <a:rPr lang="en-US" sz="680" u="none" dirty="0">
                <a:solidFill>
                  <a:srgbClr val="156082"/>
                </a:solidFill>
                <a:uFill>
                  <a:solidFill>
                    <a:srgbClr val="156082"/>
                  </a:solidFill>
                </a:uFill>
              </a:rPr>
              <a:t>https://machinevisionacademy.org/</a:t>
            </a:r>
          </a:p>
        </p:txBody>
      </p:sp>
    </p:spTree>
    <p:extLst>
      <p:ext uri="{BB962C8B-B14F-4D97-AF65-F5344CB8AC3E}">
        <p14:creationId xmlns:p14="http://schemas.microsoft.com/office/powerpoint/2010/main" val="19379850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ttom-Pa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0">
            <a:extLst>
              <a:ext uri="{FF2B5EF4-FFF2-40B4-BE49-F238E27FC236}">
                <a16:creationId xmlns:a16="http://schemas.microsoft.com/office/drawing/2014/main" id="{279C8ED4-348F-64E7-6DE8-3B220D9E1755}"/>
              </a:ext>
            </a:extLst>
          </p:cNvPr>
          <p:cNvSpPr/>
          <p:nvPr userDrawn="1"/>
        </p:nvSpPr>
        <p:spPr>
          <a:xfrm>
            <a:off x="43600" y="6333441"/>
            <a:ext cx="12044304" cy="457737"/>
          </a:xfrm>
          <a:prstGeom prst="rect">
            <a:avLst/>
          </a:prstGeom>
          <a:solidFill>
            <a:srgbClr val="EEF6FA"/>
          </a:solidFill>
          <a:ln w="10160">
            <a:solidFill>
              <a:schemeClr val="bg1">
                <a:lumMod val="85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21" name="Shape 3">
            <a:extLst>
              <a:ext uri="{FF2B5EF4-FFF2-40B4-BE49-F238E27FC236}">
                <a16:creationId xmlns:a16="http://schemas.microsoft.com/office/drawing/2014/main" id="{CE0BC40A-0094-67A4-156C-F03CDD6B0A9C}"/>
              </a:ext>
            </a:extLst>
          </p:cNvPr>
          <p:cNvSpPr/>
          <p:nvPr userDrawn="1"/>
        </p:nvSpPr>
        <p:spPr>
          <a:xfrm>
            <a:off x="2297259" y="6367704"/>
            <a:ext cx="1100086" cy="401639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9525">
            <a:solidFill>
              <a:srgbClr val="AABBC6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5" name="Shape 2">
            <a:extLst>
              <a:ext uri="{FF2B5EF4-FFF2-40B4-BE49-F238E27FC236}">
                <a16:creationId xmlns:a16="http://schemas.microsoft.com/office/drawing/2014/main" id="{A35EE51E-085A-6475-14D7-E87B7FAA3FB7}"/>
              </a:ext>
            </a:extLst>
          </p:cNvPr>
          <p:cNvSpPr/>
          <p:nvPr userDrawn="1"/>
        </p:nvSpPr>
        <p:spPr>
          <a:xfrm>
            <a:off x="1830905" y="6368096"/>
            <a:ext cx="0" cy="408577"/>
          </a:xfrm>
          <a:prstGeom prst="line">
            <a:avLst/>
          </a:prstGeom>
          <a:noFill/>
          <a:ln w="15240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0" name="Text 6">
            <a:extLst>
              <a:ext uri="{FF2B5EF4-FFF2-40B4-BE49-F238E27FC236}">
                <a16:creationId xmlns:a16="http://schemas.microsoft.com/office/drawing/2014/main" id="{7A8E1D27-5DA4-5EA0-877C-FFE2089464A2}"/>
              </a:ext>
            </a:extLst>
          </p:cNvPr>
          <p:cNvSpPr/>
          <p:nvPr userDrawn="1"/>
        </p:nvSpPr>
        <p:spPr>
          <a:xfrm>
            <a:off x="3986849" y="6421467"/>
            <a:ext cx="594359" cy="1083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kern="0" spc="110" dirty="0">
                <a:solidFill>
                  <a:srgbClr val="60727E"/>
                </a:solidFill>
              </a:rPr>
              <a:t>COURSE</a:t>
            </a:r>
            <a:endParaRPr lang="en-US" sz="550" dirty="0"/>
          </a:p>
        </p:txBody>
      </p:sp>
      <p:sp>
        <p:nvSpPr>
          <p:cNvPr id="32" name="Text 7">
            <a:extLst>
              <a:ext uri="{FF2B5EF4-FFF2-40B4-BE49-F238E27FC236}">
                <a16:creationId xmlns:a16="http://schemas.microsoft.com/office/drawing/2014/main" id="{EBF91022-9891-E1B4-57C1-F451CCFF9D70}"/>
              </a:ext>
            </a:extLst>
          </p:cNvPr>
          <p:cNvSpPr/>
          <p:nvPr userDrawn="1"/>
        </p:nvSpPr>
        <p:spPr>
          <a:xfrm>
            <a:off x="4808339" y="6397716"/>
            <a:ext cx="12801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33642"/>
                </a:solidFill>
              </a:rPr>
              <a:t>Machine Vision </a:t>
            </a:r>
          </a:p>
          <a:p>
            <a:pPr marL="0" indent="0" algn="ctr">
              <a:buNone/>
            </a:pPr>
            <a:r>
              <a:rPr lang="en-US" sz="1050" b="1" dirty="0">
                <a:solidFill>
                  <a:srgbClr val="233642"/>
                </a:solidFill>
              </a:rPr>
              <a:t>A.I.</a:t>
            </a:r>
            <a:endParaRPr lang="en-US" sz="1050" dirty="0"/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12174D66-713E-058D-58B6-1786A6704D3A}"/>
              </a:ext>
            </a:extLst>
          </p:cNvPr>
          <p:cNvSpPr/>
          <p:nvPr userDrawn="1"/>
        </p:nvSpPr>
        <p:spPr>
          <a:xfrm>
            <a:off x="3890076" y="6562360"/>
            <a:ext cx="787903" cy="1540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156082"/>
                </a:solidFill>
              </a:rPr>
              <a:t>MVA-201</a:t>
            </a:r>
            <a:endParaRPr lang="en-US" sz="720" dirty="0"/>
          </a:p>
        </p:txBody>
      </p:sp>
      <p:sp>
        <p:nvSpPr>
          <p:cNvPr id="38" name="Shape 2">
            <a:extLst>
              <a:ext uri="{FF2B5EF4-FFF2-40B4-BE49-F238E27FC236}">
                <a16:creationId xmlns:a16="http://schemas.microsoft.com/office/drawing/2014/main" id="{7C6E109E-F92E-E951-5682-243C2ABEC406}"/>
              </a:ext>
            </a:extLst>
          </p:cNvPr>
          <p:cNvSpPr/>
          <p:nvPr userDrawn="1"/>
        </p:nvSpPr>
        <p:spPr>
          <a:xfrm>
            <a:off x="3877755" y="6367704"/>
            <a:ext cx="0" cy="408577"/>
          </a:xfrm>
          <a:prstGeom prst="line">
            <a:avLst/>
          </a:prstGeom>
          <a:noFill/>
          <a:ln w="15240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0" name="Slide Number Placeholder 5">
            <a:extLst>
              <a:ext uri="{FF2B5EF4-FFF2-40B4-BE49-F238E27FC236}">
                <a16:creationId xmlns:a16="http://schemas.microsoft.com/office/drawing/2014/main" id="{F6D8FF40-5CB7-27AA-462D-FD48191181EE}"/>
              </a:ext>
            </a:extLst>
          </p:cNvPr>
          <p:cNvSpPr txBox="1">
            <a:spLocks/>
          </p:cNvSpPr>
          <p:nvPr userDrawn="1"/>
        </p:nvSpPr>
        <p:spPr>
          <a:xfrm>
            <a:off x="11090949" y="6379746"/>
            <a:ext cx="99695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600" b="1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9A9A43B-0806-4FEF-A1FC-1BB4E473C058}" type="slidenum">
              <a:rPr lang="en-IE" smtClean="0"/>
              <a:pPr/>
              <a:t>‹#›</a:t>
            </a:fld>
            <a:endParaRPr lang="en-IE" dirty="0"/>
          </a:p>
        </p:txBody>
      </p:sp>
      <p:sp>
        <p:nvSpPr>
          <p:cNvPr id="42" name="Picture Placeholder 19">
            <a:extLst>
              <a:ext uri="{FF2B5EF4-FFF2-40B4-BE49-F238E27FC236}">
                <a16:creationId xmlns:a16="http://schemas.microsoft.com/office/drawing/2014/main" id="{CCC97EF6-A91D-5AA7-8AF7-D82E1BA3453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331061" y="6386826"/>
            <a:ext cx="1059253" cy="386739"/>
          </a:xfrm>
          <a:prstGeom prst="rect">
            <a:avLst/>
          </a:prstGeom>
        </p:spPr>
        <p:txBody>
          <a:bodyPr/>
          <a:lstStyle/>
          <a:p>
            <a:endParaRPr lang="en-IE"/>
          </a:p>
        </p:txBody>
      </p:sp>
      <p:sp>
        <p:nvSpPr>
          <p:cNvPr id="43" name="Shape 0">
            <a:extLst>
              <a:ext uri="{FF2B5EF4-FFF2-40B4-BE49-F238E27FC236}">
                <a16:creationId xmlns:a16="http://schemas.microsoft.com/office/drawing/2014/main" id="{5C80463E-316B-7D7C-9E23-CD4704EC9946}"/>
              </a:ext>
            </a:extLst>
          </p:cNvPr>
          <p:cNvSpPr/>
          <p:nvPr userDrawn="1"/>
        </p:nvSpPr>
        <p:spPr>
          <a:xfrm>
            <a:off x="49237" y="66822"/>
            <a:ext cx="12041946" cy="6207370"/>
          </a:xfrm>
          <a:prstGeom prst="rect">
            <a:avLst/>
          </a:prstGeom>
          <a:noFill/>
          <a:ln w="10160">
            <a:solidFill>
              <a:schemeClr val="bg1">
                <a:lumMod val="85000"/>
              </a:scheme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4" name="Text Placeholder 8">
            <a:extLst>
              <a:ext uri="{FF2B5EF4-FFF2-40B4-BE49-F238E27FC236}">
                <a16:creationId xmlns:a16="http://schemas.microsoft.com/office/drawing/2014/main" id="{85A6A169-0430-0C75-176B-46BC27E0CFB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0817" y="145413"/>
            <a:ext cx="9924757" cy="386739"/>
          </a:xfrm>
          <a:prstGeom prst="rect">
            <a:avLst/>
          </a:prstGeom>
        </p:spPr>
        <p:txBody>
          <a:bodyPr/>
          <a:lstStyle>
            <a:lvl1pPr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Tittle</a:t>
            </a:r>
            <a:endParaRPr lang="en-IE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0B25FEEE-BE06-1001-B1FA-B8B445E087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29384" y="6461637"/>
            <a:ext cx="4149965" cy="220709"/>
          </a:xfrm>
          <a:prstGeom prst="rect">
            <a:avLst/>
          </a:prstGeom>
        </p:spPr>
        <p:txBody>
          <a:bodyPr/>
          <a:lstStyle>
            <a:lvl1pPr algn="ctr">
              <a:defRPr lang="en-IE"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en-GB"/>
              <a:t>Light, colour and radiometry</a:t>
            </a:r>
            <a:endParaRPr lang="en-IE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CC0CF1-DDDE-D2AA-416F-E629B3EA3DF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4880" y="6361577"/>
            <a:ext cx="1423114" cy="45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442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2435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77" r:id="rId2"/>
    <p:sldLayoutId id="2147483679" r:id="rId3"/>
    <p:sldLayoutId id="2147483691" r:id="rId4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5692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4538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85" r:id="rId2"/>
    <p:sldLayoutId id="2147483686" r:id="rId3"/>
    <p:sldLayoutId id="2147483687" r:id="rId4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37724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DCF3F8C0-94C3-F478-D122-D4FD1C59EC3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6038FC-D143-B87F-2AAF-3E2C1DA3ABA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E" dirty="0"/>
              <a:t>Fundamentals of light in machine vision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A60B63-D1F0-F154-65B3-8ECAFE9D05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IE" dirty="0"/>
              <a:t>01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4B192C-BD1C-137B-2E54-F227ADC522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228600" indent="-228600" algn="l">
              <a:lnSpc>
                <a:spcPct val="90000"/>
              </a:lnSpc>
              <a:spcBef>
                <a:spcPts val="1000"/>
              </a:spcBef>
            </a:pPr>
            <a:r>
              <a:rPr lang="en-GB"/>
              <a:t>Light, colour and radiometry</a:t>
            </a:r>
            <a:endParaRPr lang="en-IE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EAC599E4-98D7-B6B7-8715-6376EBD8C7A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640706" y="3813987"/>
            <a:ext cx="9259910" cy="1098314"/>
          </a:xfrm>
        </p:spPr>
        <p:txBody>
          <a:bodyPr/>
          <a:lstStyle/>
          <a:p>
            <a:pPr marL="285750" indent="-285750"/>
            <a:r>
              <a:rPr lang="en-GB" dirty="0"/>
              <a:t>Electromagnetic Wave and Spectrum</a:t>
            </a:r>
          </a:p>
          <a:p>
            <a:pPr marL="285750" indent="-285750"/>
            <a:r>
              <a:rPr lang="en-GB" dirty="0"/>
              <a:t>Photon energy in semiconductor and Radiometry</a:t>
            </a:r>
          </a:p>
          <a:p>
            <a:pPr marL="285750" indent="-285750"/>
            <a:r>
              <a:rPr lang="en-GB" dirty="0"/>
              <a:t>The inverse-square law</a:t>
            </a:r>
          </a:p>
        </p:txBody>
      </p:sp>
    </p:spTree>
    <p:extLst>
      <p:ext uri="{BB962C8B-B14F-4D97-AF65-F5344CB8AC3E}">
        <p14:creationId xmlns:p14="http://schemas.microsoft.com/office/powerpoint/2010/main" val="3798920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245A67E-23E4-C610-A2C4-520831C30E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53" t="3879" r="931"/>
          <a:stretch>
            <a:fillRect/>
          </a:stretch>
        </p:blipFill>
        <p:spPr>
          <a:xfrm>
            <a:off x="2087294" y="334168"/>
            <a:ext cx="9532620" cy="6352318"/>
          </a:xfrm>
          <a:prstGeom prst="rect">
            <a:avLst/>
          </a:prstGeom>
        </p:spPr>
      </p:pic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1EF832E1-6AC3-F580-75E9-89A24D81FC9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1F6695-AF8E-3C9D-CD6B-FACF1E2BB6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GB"/>
              <a:t>Light, colour and radiometry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E588D-E943-E14D-69CB-6EEA8A1382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E" dirty="0"/>
              <a:t>The Electromagnetic Wave</a:t>
            </a:r>
          </a:p>
        </p:txBody>
      </p:sp>
    </p:spTree>
    <p:extLst>
      <p:ext uri="{BB962C8B-B14F-4D97-AF65-F5344CB8AC3E}">
        <p14:creationId xmlns:p14="http://schemas.microsoft.com/office/powerpoint/2010/main" val="26676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68B972C-59A6-2859-0FBB-5EE53B9998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60" b="1605"/>
          <a:stretch>
            <a:fillRect/>
          </a:stretch>
        </p:blipFill>
        <p:spPr>
          <a:xfrm>
            <a:off x="1855177" y="527538"/>
            <a:ext cx="9924757" cy="6189663"/>
          </a:xfrm>
          <a:prstGeom prst="rect">
            <a:avLst/>
          </a:prstGeom>
        </p:spPr>
      </p:pic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6245F7F0-C0C2-A4C6-81B6-967D6569A10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D71B1C-8776-47A8-5A3F-06A8AE07B5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E" dirty="0"/>
              <a:t>Photon energy and semiconductor detection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2E8F77-647A-F201-796B-96A0DCC87D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GB"/>
              <a:t>Light, colour and radiometry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1252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6BC2C67C-B536-9EDB-188F-E688D5C5E42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9AF6A0-C7AE-5BCE-4ED4-37E61E7FA0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E" dirty="0"/>
              <a:t>Electromagnetic Spectrum for Machine Vision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BFE144-F931-367C-5ADA-2653B176E1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GB"/>
              <a:t>Light, colour and radiometry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9F605F-27C1-825B-B45F-5E42E1A371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2180" y="527538"/>
            <a:ext cx="9232118" cy="6154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082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657AF330-2C83-1744-BBC5-AE6C8AEFBE2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41190E-DADD-4663-CC2C-80151B315CF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E" dirty="0"/>
              <a:t>Radiometry quantities through a machine-vision imaging chain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EC393D-FEB4-5432-5453-5CF8066857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GB"/>
              <a:t>Light, colour and radiometry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A7F3BD-7F10-C082-927D-0D3CF7620E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" b="1519"/>
          <a:stretch>
            <a:fillRect/>
          </a:stretch>
        </p:blipFill>
        <p:spPr>
          <a:xfrm>
            <a:off x="1916137" y="565638"/>
            <a:ext cx="9932016" cy="6189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51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2752E196-66CA-ECCC-AE39-86B7DA84506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2E31A6-4997-E95C-1606-7E73FEEACC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E" dirty="0"/>
              <a:t>The human eye does not see all wavelengths equally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422A61-F165-9533-7F4B-C3C948752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GB"/>
              <a:t>Light, colour and radiometry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218993-A479-719E-F29F-128E1B3CF9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4" t="6304" b="2806"/>
          <a:stretch>
            <a:fillRect/>
          </a:stretch>
        </p:blipFill>
        <p:spPr>
          <a:xfrm>
            <a:off x="1790700" y="527538"/>
            <a:ext cx="10111740" cy="623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071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747FFF5-105D-95C9-9980-1225D6389BC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3DA06-6E18-6EBB-A200-74CFC96879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E" dirty="0"/>
              <a:t>How distance and angle affect the light received by a surface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56CD57-DED1-0EC9-4C7F-27656FC273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GB"/>
              <a:t>Light, colour and radiometry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88875F-82BC-3FA7-6D4F-0135E4204A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18" b="2922"/>
          <a:stretch>
            <a:fillRect/>
          </a:stretch>
        </p:blipFill>
        <p:spPr>
          <a:xfrm>
            <a:off x="1788356" y="490549"/>
            <a:ext cx="10287000" cy="6272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97229"/>
      </p:ext>
    </p:extLst>
  </p:cSld>
  <p:clrMapOvr>
    <a:masterClrMapping/>
  </p:clrMapOvr>
</p:sld>
</file>

<file path=ppt/theme/theme1.xml><?xml version="1.0" encoding="utf-8"?>
<a:theme xmlns:a="http://schemas.openxmlformats.org/drawingml/2006/main" name="MVA-101-Lectur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VA-102-Lectur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MVA-201-Lectur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95</Words>
  <Application>Microsoft Office PowerPoint</Application>
  <PresentationFormat>Widescreen</PresentationFormat>
  <Paragraphs>18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Slab Black</vt:lpstr>
      <vt:lpstr>Arial</vt:lpstr>
      <vt:lpstr>MVA-101-Lecture</vt:lpstr>
      <vt:lpstr>MVA-102-Lecture</vt:lpstr>
      <vt:lpstr>MVA-201-Lecture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Vision Academy Template</dc:title>
  <dc:creator>Zanon, Julio</dc:creator>
  <cp:lastModifiedBy>Zanon, Julio</cp:lastModifiedBy>
  <cp:revision>3</cp:revision>
  <dcterms:created xsi:type="dcterms:W3CDTF">2026-08-30T06:05:26Z</dcterms:created>
  <dcterms:modified xsi:type="dcterms:W3CDTF">2026-09-07T12:19:50Z</dcterms:modified>
  <cp:category>LECTURE</cp:category>
</cp:coreProperties>
</file>